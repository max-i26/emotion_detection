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1" r:id="rId3"/>
  </p:sldMasterIdLst>
  <p:notesMasterIdLst>
    <p:notesMasterId r:id="rId10"/>
  </p:notesMasterIdLst>
  <p:sldIdLst>
    <p:sldId id="256" r:id="rId4"/>
    <p:sldId id="259" r:id="rId5"/>
    <p:sldId id="260" r:id="rId6"/>
    <p:sldId id="261" r:id="rId7"/>
    <p:sldId id="270" r:id="rId8"/>
    <p:sldId id="271" r:id="rId9"/>
    <p:sldId id="272" r:id="rId11"/>
    <p:sldId id="274" r:id="rId12"/>
    <p:sldId id="263" r:id="rId13"/>
    <p:sldId id="265" r:id="rId14"/>
    <p:sldId id="266" r:id="rId15"/>
    <p:sldId id="277" r:id="rId16"/>
    <p:sldId id="268" r:id="rId17"/>
    <p:sldId id="276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70"/>
    <a:srgbClr val="2053EF"/>
    <a:srgbClr val="112957"/>
    <a:srgbClr val="00327F"/>
    <a:srgbClr val="1036B0"/>
    <a:srgbClr val="0040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18"/>
    <p:restoredTop sz="96341"/>
  </p:normalViewPr>
  <p:slideViewPr>
    <p:cSldViewPr snapToGrid="0">
      <p:cViewPr varScale="1">
        <p:scale>
          <a:sx n="122" d="100"/>
          <a:sy n="122" d="100"/>
        </p:scale>
        <p:origin x="23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tags" Target="../tags/tag18.xml"/><Relationship Id="rId20" Type="http://schemas.openxmlformats.org/officeDocument/2006/relationships/tags" Target="../tags/tag19.xml"/><Relationship Id="rId21" Type="http://schemas.openxmlformats.org/officeDocument/2006/relationships/tags" Target="../tags/tag20.xml"/><Relationship Id="rId22" Type="http://schemas.openxmlformats.org/officeDocument/2006/relationships/tags" Target="../tags/tag21.xml"/><Relationship Id="rId23" Type="http://schemas.openxmlformats.org/officeDocument/2006/relationships/tags" Target="../tags/tag22.xml"/><Relationship Id="rId24" Type="http://schemas.openxmlformats.org/officeDocument/2006/relationships/tags" Target="../tags/tag23.xml"/><Relationship Id="rId25" Type="http://schemas.openxmlformats.org/officeDocument/2006/relationships/tags" Target="../tags/tag24.xml"/><Relationship Id="rId26" Type="http://schemas.openxmlformats.org/officeDocument/2006/relationships/tags" Target="../tags/tag25.xml"/><Relationship Id="rId27" Type="http://schemas.openxmlformats.org/officeDocument/2006/relationships/tags" Target="../tags/tag26.xml"/><Relationship Id="rId28" Type="http://schemas.openxmlformats.org/officeDocument/2006/relationships/tags" Target="../tags/tag27.xml"/><Relationship Id="rId29" Type="http://schemas.openxmlformats.org/officeDocument/2006/relationships/tags" Target="../tags/tag28.xml"/><Relationship Id="rId30" Type="http://schemas.openxmlformats.org/officeDocument/2006/relationships/tags" Target="../tags/tag29.xml"/><Relationship Id="rId31" Type="http://schemas.openxmlformats.org/officeDocument/2006/relationships/tags" Target="../tags/tag30.xml"/><Relationship Id="rId32" Type="http://schemas.openxmlformats.org/officeDocument/2006/relationships/tags" Target="../tags/tag31.xml"/><Relationship Id="rId33" Type="http://schemas.openxmlformats.org/officeDocument/2006/relationships/tags" Target="../tags/tag32.xml"/><Relationship Id="rId34" Type="http://schemas.openxmlformats.org/officeDocument/2006/relationships/tags" Target="../tags/tag33.xml"/><Relationship Id="rId35" Type="http://schemas.openxmlformats.org/officeDocument/2006/relationships/tags" Target="../tags/tag34.xml"/><Relationship Id="rId36" Type="http://schemas.openxmlformats.org/officeDocument/2006/relationships/tags" Target="../tags/tag35.xml"/><Relationship Id="rId37" Type="http://schemas.openxmlformats.org/officeDocument/2006/relationships/tags" Target="../tags/tag36.xml"/><Relationship Id="rId38" Type="http://schemas.openxmlformats.org/officeDocument/2006/relationships/tags" Target="../tags/tag37.xml"/><Relationship Id="rId39" Type="http://schemas.openxmlformats.org/officeDocument/2006/relationships/tags" Target="../tags/tag38.xml"/><Relationship Id="rId40" Type="http://schemas.openxmlformats.org/officeDocument/2006/relationships/tags" Target="../tags/tag39.xml"/><Relationship Id="rId41" Type="http://schemas.openxmlformats.org/officeDocument/2006/relationships/tags" Target="../tags/tag40.xml"/><Relationship Id="rId42" Type="http://schemas.openxmlformats.org/officeDocument/2006/relationships/tags" Target="../tags/tag41.xml"/><Relationship Id="rId43" Type="http://schemas.openxmlformats.org/officeDocument/2006/relationships/tags" Target="../tags/tag42.xml"/><Relationship Id="rId44" Type="http://schemas.openxmlformats.org/officeDocument/2006/relationships/tags" Target="../tags/tag43.xml"/><Relationship Id="rId45" Type="http://schemas.openxmlformats.org/officeDocument/2006/relationships/tags" Target="../tags/tag44.xml"/><Relationship Id="rId46" Type="http://schemas.openxmlformats.org/officeDocument/2006/relationships/tags" Target="../tags/tag45.xml"/><Relationship Id="rId47" Type="http://schemas.openxmlformats.org/officeDocument/2006/relationships/tags" Target="../tags/tag46.xml"/><Relationship Id="rId48" Type="http://schemas.openxmlformats.org/officeDocument/2006/relationships/tags" Target="../tags/tag47.xml"/><Relationship Id="rId49" Type="http://schemas.openxmlformats.org/officeDocument/2006/relationships/tags" Target="../tags/tag48.xml"/><Relationship Id="rId50" Type="http://schemas.openxmlformats.org/officeDocument/2006/relationships/tags" Target="../tags/tag49.xml"/><Relationship Id="rId51" Type="http://schemas.openxmlformats.org/officeDocument/2006/relationships/tags" Target="../tags/tag50.xml"/><Relationship Id="rId52" Type="http://schemas.openxmlformats.org/officeDocument/2006/relationships/tags" Target="../tags/tag51.xml"/><Relationship Id="rId53" Type="http://schemas.openxmlformats.org/officeDocument/2006/relationships/tags" Target="../tags/tag52.xml"/><Relationship Id="rId54" Type="http://schemas.openxmlformats.org/officeDocument/2006/relationships/tags" Target="../tags/tag53.xml"/><Relationship Id="rId55" Type="http://schemas.openxmlformats.org/officeDocument/2006/relationships/tags" Target="../tags/tag54.xml"/><Relationship Id="rId56" Type="http://schemas.openxmlformats.org/officeDocument/2006/relationships/tags" Target="../tags/tag55.xml"/><Relationship Id="rId57" Type="http://schemas.openxmlformats.org/officeDocument/2006/relationships/tags" Target="../tags/tag5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57.xml"/><Relationship Id="rId3" Type="http://schemas.openxmlformats.org/officeDocument/2006/relationships/tags" Target="../tags/tag58.xml"/><Relationship Id="rId4" Type="http://schemas.openxmlformats.org/officeDocument/2006/relationships/tags" Target="../tags/tag59.xml"/><Relationship Id="rId5" Type="http://schemas.openxmlformats.org/officeDocument/2006/relationships/tags" Target="../tags/tag60.xml"/><Relationship Id="rId6" Type="http://schemas.openxmlformats.org/officeDocument/2006/relationships/tags" Target="../tags/tag6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2.xml"/><Relationship Id="rId3" Type="http://schemas.openxmlformats.org/officeDocument/2006/relationships/tags" Target="../tags/tag63.xml"/><Relationship Id="rId4" Type="http://schemas.openxmlformats.org/officeDocument/2006/relationships/tags" Target="../tags/tag64.xml"/><Relationship Id="rId5" Type="http://schemas.openxmlformats.org/officeDocument/2006/relationships/tags" Target="../tags/tag65.xml"/><Relationship Id="rId6" Type="http://schemas.openxmlformats.org/officeDocument/2006/relationships/tags" Target="../tags/tag66.xml"/><Relationship Id="rId7" Type="http://schemas.openxmlformats.org/officeDocument/2006/relationships/tags" Target="../tags/tag67.xml"/><Relationship Id="rId8" Type="http://schemas.openxmlformats.org/officeDocument/2006/relationships/tags" Target="../tags/tag68.xml"/><Relationship Id="rId9" Type="http://schemas.openxmlformats.org/officeDocument/2006/relationships/tags" Target="../tags/tag69.xml"/><Relationship Id="rId10" Type="http://schemas.openxmlformats.org/officeDocument/2006/relationships/tags" Target="../tags/tag70.xml"/><Relationship Id="rId11" Type="http://schemas.openxmlformats.org/officeDocument/2006/relationships/tags" Target="../tags/tag71.xml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tags" Target="../tags/tag76.xml"/><Relationship Id="rId17" Type="http://schemas.openxmlformats.org/officeDocument/2006/relationships/tags" Target="../tags/tag77.xml"/><Relationship Id="rId18" Type="http://schemas.openxmlformats.org/officeDocument/2006/relationships/tags" Target="../tags/tag78.xml"/><Relationship Id="rId19" Type="http://schemas.openxmlformats.org/officeDocument/2006/relationships/tags" Target="../tags/tag79.xml"/><Relationship Id="rId20" Type="http://schemas.openxmlformats.org/officeDocument/2006/relationships/tags" Target="../tags/tag80.xml"/><Relationship Id="rId21" Type="http://schemas.openxmlformats.org/officeDocument/2006/relationships/tags" Target="../tags/tag81.xml"/><Relationship Id="rId22" Type="http://schemas.openxmlformats.org/officeDocument/2006/relationships/tags" Target="../tags/tag82.xml"/><Relationship Id="rId23" Type="http://schemas.openxmlformats.org/officeDocument/2006/relationships/tags" Target="../tags/tag83.xml"/><Relationship Id="rId24" Type="http://schemas.openxmlformats.org/officeDocument/2006/relationships/tags" Target="../tags/tag84.xml"/><Relationship Id="rId25" Type="http://schemas.openxmlformats.org/officeDocument/2006/relationships/tags" Target="../tags/tag85.xml"/><Relationship Id="rId26" Type="http://schemas.openxmlformats.org/officeDocument/2006/relationships/tags" Target="../tags/tag86.xml"/><Relationship Id="rId27" Type="http://schemas.openxmlformats.org/officeDocument/2006/relationships/tags" Target="../tags/tag87.xml"/><Relationship Id="rId28" Type="http://schemas.openxmlformats.org/officeDocument/2006/relationships/tags" Target="../tags/tag88.xml"/><Relationship Id="rId29" Type="http://schemas.openxmlformats.org/officeDocument/2006/relationships/tags" Target="../tags/tag89.xml"/><Relationship Id="rId30" Type="http://schemas.openxmlformats.org/officeDocument/2006/relationships/tags" Target="../tags/tag90.xml"/><Relationship Id="rId31" Type="http://schemas.openxmlformats.org/officeDocument/2006/relationships/tags" Target="../tags/tag91.xml"/><Relationship Id="rId32" Type="http://schemas.openxmlformats.org/officeDocument/2006/relationships/tags" Target="../tags/tag92.xml"/><Relationship Id="rId33" Type="http://schemas.openxmlformats.org/officeDocument/2006/relationships/tags" Target="../tags/tag9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94.xml"/><Relationship Id="rId3" Type="http://schemas.openxmlformats.org/officeDocument/2006/relationships/tags" Target="../tags/tag95.xml"/><Relationship Id="rId4" Type="http://schemas.openxmlformats.org/officeDocument/2006/relationships/tags" Target="../tags/tag96.xml"/><Relationship Id="rId5" Type="http://schemas.openxmlformats.org/officeDocument/2006/relationships/tags" Target="../tags/tag97.xml"/><Relationship Id="rId6" Type="http://schemas.openxmlformats.org/officeDocument/2006/relationships/tags" Target="../tags/tag98.xml"/><Relationship Id="rId7" Type="http://schemas.openxmlformats.org/officeDocument/2006/relationships/tags" Target="../tags/tag99.xml"/><Relationship Id="rId8" Type="http://schemas.openxmlformats.org/officeDocument/2006/relationships/tags" Target="../tags/tag100.xml"/><Relationship Id="rId9" Type="http://schemas.openxmlformats.org/officeDocument/2006/relationships/tags" Target="../tags/tag101.xml"/><Relationship Id="rId10" Type="http://schemas.openxmlformats.org/officeDocument/2006/relationships/tags" Target="../tags/tag102.xml"/><Relationship Id="rId11" Type="http://schemas.openxmlformats.org/officeDocument/2006/relationships/tags" Target="../tags/tag103.xml"/><Relationship Id="rId12" Type="http://schemas.openxmlformats.org/officeDocument/2006/relationships/tags" Target="../tags/tag104.xml"/><Relationship Id="rId13" Type="http://schemas.openxmlformats.org/officeDocument/2006/relationships/tags" Target="../tags/tag105.xml"/><Relationship Id="rId14" Type="http://schemas.openxmlformats.org/officeDocument/2006/relationships/tags" Target="../tags/tag106.xml"/><Relationship Id="rId15" Type="http://schemas.openxmlformats.org/officeDocument/2006/relationships/tags" Target="../tags/tag107.xml"/><Relationship Id="rId16" Type="http://schemas.openxmlformats.org/officeDocument/2006/relationships/tags" Target="../tags/tag108.xml"/><Relationship Id="rId17" Type="http://schemas.openxmlformats.org/officeDocument/2006/relationships/tags" Target="../tags/tag109.xml"/><Relationship Id="rId18" Type="http://schemas.openxmlformats.org/officeDocument/2006/relationships/tags" Target="../tags/tag110.xml"/><Relationship Id="rId19" Type="http://schemas.openxmlformats.org/officeDocument/2006/relationships/tags" Target="../tags/tag111.xml"/><Relationship Id="rId20" Type="http://schemas.openxmlformats.org/officeDocument/2006/relationships/tags" Target="../tags/tag112.xml"/><Relationship Id="rId21" Type="http://schemas.openxmlformats.org/officeDocument/2006/relationships/tags" Target="../tags/tag113.xml"/><Relationship Id="rId22" Type="http://schemas.openxmlformats.org/officeDocument/2006/relationships/tags" Target="../tags/tag114.xml"/><Relationship Id="rId23" Type="http://schemas.openxmlformats.org/officeDocument/2006/relationships/tags" Target="../tags/tag115.xml"/><Relationship Id="rId24" Type="http://schemas.openxmlformats.org/officeDocument/2006/relationships/tags" Target="../tags/tag116.xml"/><Relationship Id="rId25" Type="http://schemas.openxmlformats.org/officeDocument/2006/relationships/tags" Target="../tags/tag117.xml"/><Relationship Id="rId26" Type="http://schemas.openxmlformats.org/officeDocument/2006/relationships/tags" Target="../tags/tag118.xml"/><Relationship Id="rId27" Type="http://schemas.openxmlformats.org/officeDocument/2006/relationships/tags" Target="../tags/tag119.xml"/><Relationship Id="rId28" Type="http://schemas.openxmlformats.org/officeDocument/2006/relationships/tags" Target="../tags/tag120.xml"/><Relationship Id="rId29" Type="http://schemas.openxmlformats.org/officeDocument/2006/relationships/tags" Target="../tags/tag121.xml"/><Relationship Id="rId30" Type="http://schemas.openxmlformats.org/officeDocument/2006/relationships/tags" Target="../tags/tag122.xml"/><Relationship Id="rId31" Type="http://schemas.openxmlformats.org/officeDocument/2006/relationships/tags" Target="../tags/tag123.xml"/><Relationship Id="rId32" Type="http://schemas.openxmlformats.org/officeDocument/2006/relationships/tags" Target="../tags/tag124.xml"/><Relationship Id="rId33" Type="http://schemas.openxmlformats.org/officeDocument/2006/relationships/tags" Target="../tags/tag125.xml"/><Relationship Id="rId34" Type="http://schemas.openxmlformats.org/officeDocument/2006/relationships/tags" Target="../tags/tag126.xml"/><Relationship Id="rId35" Type="http://schemas.openxmlformats.org/officeDocument/2006/relationships/tags" Target="../tags/tag127.xml"/><Relationship Id="rId36" Type="http://schemas.openxmlformats.org/officeDocument/2006/relationships/tags" Target="../tags/tag128.xml"/><Relationship Id="rId37" Type="http://schemas.openxmlformats.org/officeDocument/2006/relationships/tags" Target="../tags/tag129.xml"/><Relationship Id="rId38" Type="http://schemas.openxmlformats.org/officeDocument/2006/relationships/tags" Target="../tags/tag130.xml"/><Relationship Id="rId39" Type="http://schemas.openxmlformats.org/officeDocument/2006/relationships/tags" Target="../tags/tag131.xml"/><Relationship Id="rId40" Type="http://schemas.openxmlformats.org/officeDocument/2006/relationships/tags" Target="../tags/tag132.xml"/><Relationship Id="rId41" Type="http://schemas.openxmlformats.org/officeDocument/2006/relationships/tags" Target="../tags/tag133.xml"/><Relationship Id="rId42" Type="http://schemas.openxmlformats.org/officeDocument/2006/relationships/tags" Target="../tags/tag134.xml"/><Relationship Id="rId43" Type="http://schemas.openxmlformats.org/officeDocument/2006/relationships/tags" Target="../tags/tag135.xml"/><Relationship Id="rId44" Type="http://schemas.openxmlformats.org/officeDocument/2006/relationships/tags" Target="../tags/tag136.xml"/><Relationship Id="rId45" Type="http://schemas.openxmlformats.org/officeDocument/2006/relationships/tags" Target="../tags/tag137.xml"/><Relationship Id="rId46" Type="http://schemas.openxmlformats.org/officeDocument/2006/relationships/tags" Target="../tags/tag138.xml"/><Relationship Id="rId47" Type="http://schemas.openxmlformats.org/officeDocument/2006/relationships/tags" Target="../tags/tag139.xml"/><Relationship Id="rId48" Type="http://schemas.openxmlformats.org/officeDocument/2006/relationships/tags" Target="../tags/tag140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41.xml"/><Relationship Id="rId3" Type="http://schemas.openxmlformats.org/officeDocument/2006/relationships/tags" Target="../tags/tag142.xml"/><Relationship Id="rId4" Type="http://schemas.openxmlformats.org/officeDocument/2006/relationships/tags" Target="../tags/tag143.xml"/><Relationship Id="rId5" Type="http://schemas.openxmlformats.org/officeDocument/2006/relationships/tags" Target="../tags/tag144.xml"/><Relationship Id="rId6" Type="http://schemas.openxmlformats.org/officeDocument/2006/relationships/tags" Target="../tags/tag145.xml"/><Relationship Id="rId7" Type="http://schemas.openxmlformats.org/officeDocument/2006/relationships/tags" Target="../tags/tag14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47.xml"/><Relationship Id="rId3" Type="http://schemas.openxmlformats.org/officeDocument/2006/relationships/tags" Target="../tags/tag148.xml"/><Relationship Id="rId4" Type="http://schemas.openxmlformats.org/officeDocument/2006/relationships/tags" Target="../tags/tag149.xml"/><Relationship Id="rId5" Type="http://schemas.openxmlformats.org/officeDocument/2006/relationships/tags" Target="../tags/tag150.xml"/><Relationship Id="rId6" Type="http://schemas.openxmlformats.org/officeDocument/2006/relationships/tags" Target="../tags/tag151.xml"/><Relationship Id="rId7" Type="http://schemas.openxmlformats.org/officeDocument/2006/relationships/tags" Target="../tags/tag152.xml"/><Relationship Id="rId8" Type="http://schemas.openxmlformats.org/officeDocument/2006/relationships/tags" Target="../tags/tag153.xml"/><Relationship Id="rId9" Type="http://schemas.openxmlformats.org/officeDocument/2006/relationships/tags" Target="../tags/tag154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5.xml"/><Relationship Id="rId3" Type="http://schemas.openxmlformats.org/officeDocument/2006/relationships/tags" Target="../tags/tag156.xml"/><Relationship Id="rId4" Type="http://schemas.openxmlformats.org/officeDocument/2006/relationships/tags" Target="../tags/tag157.xml"/><Relationship Id="rId5" Type="http://schemas.openxmlformats.org/officeDocument/2006/relationships/tags" Target="../tags/tag158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62.xml"/><Relationship Id="rId3" Type="http://schemas.openxmlformats.org/officeDocument/2006/relationships/tags" Target="../tags/tag163.xml"/><Relationship Id="rId4" Type="http://schemas.openxmlformats.org/officeDocument/2006/relationships/tags" Target="../tags/tag164.xml"/><Relationship Id="rId5" Type="http://schemas.openxmlformats.org/officeDocument/2006/relationships/tags" Target="../tags/tag165.xml"/><Relationship Id="rId6" Type="http://schemas.openxmlformats.org/officeDocument/2006/relationships/tags" Target="../tags/tag166.xml"/><Relationship Id="rId7" Type="http://schemas.openxmlformats.org/officeDocument/2006/relationships/tags" Target="../tags/tag167.xml"/><Relationship Id="rId8" Type="http://schemas.openxmlformats.org/officeDocument/2006/relationships/tags" Target="../tags/tag168.xml"/><Relationship Id="rId9" Type="http://schemas.openxmlformats.org/officeDocument/2006/relationships/tags" Target="../tags/tag169.xml"/><Relationship Id="rId10" Type="http://schemas.openxmlformats.org/officeDocument/2006/relationships/tags" Target="../tags/tag170.xml"/><Relationship Id="rId11" Type="http://schemas.openxmlformats.org/officeDocument/2006/relationships/tags" Target="../tags/tag171.xml"/><Relationship Id="rId12" Type="http://schemas.openxmlformats.org/officeDocument/2006/relationships/tags" Target="../tags/tag172.xml"/><Relationship Id="rId13" Type="http://schemas.openxmlformats.org/officeDocument/2006/relationships/tags" Target="../tags/tag173.xml"/><Relationship Id="rId14" Type="http://schemas.openxmlformats.org/officeDocument/2006/relationships/tags" Target="../tags/tag174.xml"/><Relationship Id="rId15" Type="http://schemas.openxmlformats.org/officeDocument/2006/relationships/tags" Target="../tags/tag17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tags" Target="../tags/tag179.xml"/><Relationship Id="rId6" Type="http://schemas.openxmlformats.org/officeDocument/2006/relationships/tags" Target="../tags/tag180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181.xml"/><Relationship Id="rId3" Type="http://schemas.openxmlformats.org/officeDocument/2006/relationships/tags" Target="../tags/tag182.xml"/><Relationship Id="rId4" Type="http://schemas.openxmlformats.org/officeDocument/2006/relationships/tags" Target="../tags/tag183.xml"/><Relationship Id="rId5" Type="http://schemas.openxmlformats.org/officeDocument/2006/relationships/tags" Target="../tags/tag184.xml"/><Relationship Id="rId6" Type="http://schemas.openxmlformats.org/officeDocument/2006/relationships/tags" Target="../tags/tag185.xml"/><Relationship Id="rId7" Type="http://schemas.openxmlformats.org/officeDocument/2006/relationships/tags" Target="../tags/tag186.xml"/><Relationship Id="rId8" Type="http://schemas.openxmlformats.org/officeDocument/2006/relationships/tags" Target="../tags/tag187.xml"/><Relationship Id="rId9" Type="http://schemas.openxmlformats.org/officeDocument/2006/relationships/tags" Target="../tags/tag188.xml"/><Relationship Id="rId10" Type="http://schemas.openxmlformats.org/officeDocument/2006/relationships/tags" Target="../tags/tag189.xml"/><Relationship Id="rId11" Type="http://schemas.openxmlformats.org/officeDocument/2006/relationships/tags" Target="../tags/tag190.xml"/><Relationship Id="rId12" Type="http://schemas.openxmlformats.org/officeDocument/2006/relationships/tags" Target="../tags/tag191.xml"/><Relationship Id="rId13" Type="http://schemas.openxmlformats.org/officeDocument/2006/relationships/tags" Target="../tags/tag192.xml"/><Relationship Id="rId14" Type="http://schemas.openxmlformats.org/officeDocument/2006/relationships/tags" Target="../tags/tag193.xml"/><Relationship Id="rId15" Type="http://schemas.openxmlformats.org/officeDocument/2006/relationships/tags" Target="../tags/tag194.xml"/><Relationship Id="rId16" Type="http://schemas.openxmlformats.org/officeDocument/2006/relationships/tags" Target="../tags/tag195.xml"/><Relationship Id="rId17" Type="http://schemas.openxmlformats.org/officeDocument/2006/relationships/tags" Target="../tags/tag196.xml"/><Relationship Id="rId18" Type="http://schemas.openxmlformats.org/officeDocument/2006/relationships/tags" Target="../tags/tag197.xml"/><Relationship Id="rId19" Type="http://schemas.openxmlformats.org/officeDocument/2006/relationships/tags" Target="../tags/tag198.xml"/><Relationship Id="rId20" Type="http://schemas.openxmlformats.org/officeDocument/2006/relationships/tags" Target="../tags/tag199.xml"/><Relationship Id="rId21" Type="http://schemas.openxmlformats.org/officeDocument/2006/relationships/tags" Target="../tags/tag200.xml"/><Relationship Id="rId22" Type="http://schemas.openxmlformats.org/officeDocument/2006/relationships/tags" Target="../tags/tag201.xml"/><Relationship Id="rId23" Type="http://schemas.openxmlformats.org/officeDocument/2006/relationships/tags" Target="../tags/tag202.xml"/><Relationship Id="rId24" Type="http://schemas.openxmlformats.org/officeDocument/2006/relationships/tags" Target="../tags/tag203.xml"/><Relationship Id="rId25" Type="http://schemas.openxmlformats.org/officeDocument/2006/relationships/tags" Target="../tags/tag204.xml"/><Relationship Id="rId26" Type="http://schemas.openxmlformats.org/officeDocument/2006/relationships/tags" Target="../tags/tag205.xml"/><Relationship Id="rId27" Type="http://schemas.openxmlformats.org/officeDocument/2006/relationships/tags" Target="../tags/tag206.xml"/><Relationship Id="rId28" Type="http://schemas.openxmlformats.org/officeDocument/2006/relationships/tags" Target="../tags/tag207.xml"/><Relationship Id="rId29" Type="http://schemas.openxmlformats.org/officeDocument/2006/relationships/tags" Target="../tags/tag208.xml"/><Relationship Id="rId30" Type="http://schemas.openxmlformats.org/officeDocument/2006/relationships/tags" Target="../tags/tag209.xml"/><Relationship Id="rId31" Type="http://schemas.openxmlformats.org/officeDocument/2006/relationships/tags" Target="../tags/tag210.xml"/><Relationship Id="rId32" Type="http://schemas.openxmlformats.org/officeDocument/2006/relationships/tags" Target="../tags/tag211.xml"/><Relationship Id="rId33" Type="http://schemas.openxmlformats.org/officeDocument/2006/relationships/tags" Target="../tags/tag212.xml"/><Relationship Id="rId34" Type="http://schemas.openxmlformats.org/officeDocument/2006/relationships/tags" Target="../tags/tag213.xml"/><Relationship Id="rId35" Type="http://schemas.openxmlformats.org/officeDocument/2006/relationships/tags" Target="../tags/tag214.xml"/><Relationship Id="rId36" Type="http://schemas.openxmlformats.org/officeDocument/2006/relationships/tags" Target="../tags/tag215.xml"/><Relationship Id="rId37" Type="http://schemas.openxmlformats.org/officeDocument/2006/relationships/tags" Target="../tags/tag216.xml"/><Relationship Id="rId38" Type="http://schemas.openxmlformats.org/officeDocument/2006/relationships/tags" Target="../tags/tag217.xml"/><Relationship Id="rId39" Type="http://schemas.openxmlformats.org/officeDocument/2006/relationships/tags" Target="../tags/tag218.xml"/><Relationship Id="rId40" Type="http://schemas.openxmlformats.org/officeDocument/2006/relationships/tags" Target="../tags/tag219.xml"/><Relationship Id="rId41" Type="http://schemas.openxmlformats.org/officeDocument/2006/relationships/tags" Target="../tags/tag220.xml"/><Relationship Id="rId42" Type="http://schemas.openxmlformats.org/officeDocument/2006/relationships/tags" Target="../tags/tag221.xml"/><Relationship Id="rId43" Type="http://schemas.openxmlformats.org/officeDocument/2006/relationships/tags" Target="../tags/tag222.xml"/><Relationship Id="rId44" Type="http://schemas.openxmlformats.org/officeDocument/2006/relationships/tags" Target="../tags/tag223.xml"/><Relationship Id="rId45" Type="http://schemas.openxmlformats.org/officeDocument/2006/relationships/tags" Target="../tags/tag224.xml"/><Relationship Id="rId46" Type="http://schemas.openxmlformats.org/officeDocument/2006/relationships/tags" Target="../tags/tag225.xml"/><Relationship Id="rId47" Type="http://schemas.openxmlformats.org/officeDocument/2006/relationships/tags" Target="../tags/tag226.xml"/><Relationship Id="rId48" Type="http://schemas.openxmlformats.org/officeDocument/2006/relationships/tags" Target="../tags/tag227.xml"/><Relationship Id="rId49" Type="http://schemas.openxmlformats.org/officeDocument/2006/relationships/tags" Target="../tags/tag228.xml"/><Relationship Id="rId50" Type="http://schemas.openxmlformats.org/officeDocument/2006/relationships/tags" Target="../tags/tag229.xml"/><Relationship Id="rId51" Type="http://schemas.openxmlformats.org/officeDocument/2006/relationships/tags" Target="../tags/tag230.xml"/><Relationship Id="rId52" Type="http://schemas.openxmlformats.org/officeDocument/2006/relationships/tags" Target="../tags/tag231.xml"/><Relationship Id="rId53" Type="http://schemas.openxmlformats.org/officeDocument/2006/relationships/tags" Target="../tags/tag232.xml"/><Relationship Id="rId54" Type="http://schemas.openxmlformats.org/officeDocument/2006/relationships/tags" Target="../tags/tag233.xml"/><Relationship Id="rId55" Type="http://schemas.openxmlformats.org/officeDocument/2006/relationships/tags" Target="../tags/tag234.xml"/><Relationship Id="rId56" Type="http://schemas.openxmlformats.org/officeDocument/2006/relationships/tags" Target="../tags/tag235.xml"/><Relationship Id="rId57" Type="http://schemas.openxmlformats.org/officeDocument/2006/relationships/tags" Target="../tags/tag23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CFAFBDD-B3A6-764C-96C5-D47E408BE7DA}" type="datetimeFigureOut">
              <a:rPr lang="x-none" smtClean="0"/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4F24236-A7E8-8F4B-916A-973104C1EEF5}" type="slidenum">
              <a:rPr lang="x-none" smtClean="0"/>
            </a:fld>
            <a:endParaRPr lang="x-none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1649-2186&amp;734" descr="preencoded.png"/>
          <p:cNvSpPr/>
          <p:nvPr userDrawn="1">
            <p:custDataLst>
              <p:tags r:id="rId2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Ellipse 37-2186&amp;742" descr="preencoded.png"/>
          <p:cNvSpPr/>
          <p:nvPr>
            <p:custDataLst>
              <p:tags r:id="rId3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9" name="任意多边形: 形状 78" descr="preencoded.png"/>
          <p:cNvSpPr/>
          <p:nvPr>
            <p:custDataLst>
              <p:tags r:id="rId4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4" name="椭圆 53"/>
          <p:cNvSpPr/>
          <p:nvPr>
            <p:custDataLst>
              <p:tags r:id="rId5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5" name="椭圆 54"/>
          <p:cNvSpPr/>
          <p:nvPr>
            <p:custDataLst>
              <p:tags r:id="rId6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6" name="椭圆 55"/>
          <p:cNvSpPr/>
          <p:nvPr>
            <p:custDataLst>
              <p:tags r:id="rId7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7" name="椭圆 56"/>
          <p:cNvSpPr/>
          <p:nvPr>
            <p:custDataLst>
              <p:tags r:id="rId8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8" name="椭圆 57"/>
          <p:cNvSpPr/>
          <p:nvPr>
            <p:custDataLst>
              <p:tags r:id="rId9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9" name="椭圆 58"/>
          <p:cNvSpPr/>
          <p:nvPr>
            <p:custDataLst>
              <p:tags r:id="rId10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>
            <p:custDataLst>
              <p:tags r:id="rId11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9" name="椭圆 48"/>
          <p:cNvSpPr/>
          <p:nvPr>
            <p:custDataLst>
              <p:tags r:id="rId12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0" name="椭圆 49"/>
          <p:cNvSpPr/>
          <p:nvPr>
            <p:custDataLst>
              <p:tags r:id="rId13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>
            <p:custDataLst>
              <p:tags r:id="rId14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>
            <p:custDataLst>
              <p:tags r:id="rId15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椭圆 52"/>
          <p:cNvSpPr/>
          <p:nvPr>
            <p:custDataLst>
              <p:tags r:id="rId16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2" name="椭圆 41"/>
          <p:cNvSpPr/>
          <p:nvPr>
            <p:custDataLst>
              <p:tags r:id="rId17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椭圆 42"/>
          <p:cNvSpPr/>
          <p:nvPr>
            <p:custDataLst>
              <p:tags r:id="rId18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椭圆 43"/>
          <p:cNvSpPr/>
          <p:nvPr>
            <p:custDataLst>
              <p:tags r:id="rId19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椭圆 44"/>
          <p:cNvSpPr/>
          <p:nvPr>
            <p:custDataLst>
              <p:tags r:id="rId20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6" name="椭圆 45"/>
          <p:cNvSpPr/>
          <p:nvPr>
            <p:custDataLst>
              <p:tags r:id="rId21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7" name="椭圆 46"/>
          <p:cNvSpPr/>
          <p:nvPr>
            <p:custDataLst>
              <p:tags r:id="rId22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>
            <p:custDataLst>
              <p:tags r:id="rId23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>
            <p:custDataLst>
              <p:tags r:id="rId24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椭圆 37"/>
          <p:cNvSpPr/>
          <p:nvPr>
            <p:custDataLst>
              <p:tags r:id="rId25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椭圆 38"/>
          <p:cNvSpPr/>
          <p:nvPr>
            <p:custDataLst>
              <p:tags r:id="rId26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0" name="椭圆 39"/>
          <p:cNvSpPr/>
          <p:nvPr>
            <p:custDataLst>
              <p:tags r:id="rId27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1" name="椭圆 40"/>
          <p:cNvSpPr/>
          <p:nvPr>
            <p:custDataLst>
              <p:tags r:id="rId28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>
            <p:custDataLst>
              <p:tags r:id="rId29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>
            <p:custDataLst>
              <p:tags r:id="rId30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>
            <p:custDataLst>
              <p:tags r:id="rId31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>
            <p:custDataLst>
              <p:tags r:id="rId32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>
            <p:custDataLst>
              <p:tags r:id="rId33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>
            <p:custDataLst>
              <p:tags r:id="rId34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35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>
            <p:custDataLst>
              <p:tags r:id="rId36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>
            <p:custDataLst>
              <p:tags r:id="rId37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>
            <p:custDataLst>
              <p:tags r:id="rId38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>
            <p:custDataLst>
              <p:tags r:id="rId39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>
            <p:custDataLst>
              <p:tags r:id="rId40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2" name="椭圆 71"/>
          <p:cNvSpPr/>
          <p:nvPr>
            <p:custDataLst>
              <p:tags r:id="rId41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3" name="椭圆 72"/>
          <p:cNvSpPr/>
          <p:nvPr>
            <p:custDataLst>
              <p:tags r:id="rId42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4" name="椭圆 73"/>
          <p:cNvSpPr/>
          <p:nvPr>
            <p:custDataLst>
              <p:tags r:id="rId43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5" name="椭圆 74"/>
          <p:cNvSpPr/>
          <p:nvPr>
            <p:custDataLst>
              <p:tags r:id="rId44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8" name="椭圆 67"/>
          <p:cNvSpPr/>
          <p:nvPr>
            <p:custDataLst>
              <p:tags r:id="rId45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9" name="椭圆 68"/>
          <p:cNvSpPr/>
          <p:nvPr>
            <p:custDataLst>
              <p:tags r:id="rId46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0" name="椭圆 69"/>
          <p:cNvSpPr/>
          <p:nvPr>
            <p:custDataLst>
              <p:tags r:id="rId47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1" name="椭圆 70"/>
          <p:cNvSpPr/>
          <p:nvPr>
            <p:custDataLst>
              <p:tags r:id="rId48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4" name="椭圆 63"/>
          <p:cNvSpPr/>
          <p:nvPr>
            <p:custDataLst>
              <p:tags r:id="rId49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5" name="椭圆 64"/>
          <p:cNvSpPr/>
          <p:nvPr>
            <p:custDataLst>
              <p:tags r:id="rId50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6" name="椭圆 65"/>
          <p:cNvSpPr/>
          <p:nvPr>
            <p:custDataLst>
              <p:tags r:id="rId51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7" name="椭圆 66"/>
          <p:cNvSpPr/>
          <p:nvPr>
            <p:custDataLst>
              <p:tags r:id="rId52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3"/>
            </p:custDataLst>
          </p:nvPr>
        </p:nvSpPr>
        <p:spPr>
          <a:xfrm>
            <a:off x="838200" y="1760220"/>
            <a:ext cx="7147560" cy="228409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7"/>
            </p:custDataLst>
          </p:nvPr>
        </p:nvSpPr>
        <p:spPr>
          <a:xfrm>
            <a:off x="842190" y="5721800"/>
            <a:ext cx="2880000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任意多边形: 形状 44" descr="preencoded.png"/>
          <p:cNvSpPr/>
          <p:nvPr>
            <p:custDataLst>
              <p:tags r:id="rId2"/>
            </p:custDataLst>
          </p:nvPr>
        </p:nvSpPr>
        <p:spPr>
          <a:xfrm>
            <a:off x="10195560" y="5979504"/>
            <a:ext cx="1892808" cy="878496"/>
          </a:xfrm>
          <a:custGeom>
            <a:avLst/>
            <a:gdLst>
              <a:gd name="connsiteX0" fmla="*/ 946404 w 1892808"/>
              <a:gd name="connsiteY0" fmla="*/ 0 h 878496"/>
              <a:gd name="connsiteX1" fmla="*/ 1308578 w 1892808"/>
              <a:gd name="connsiteY1" fmla="*/ 66872 h 878496"/>
              <a:gd name="connsiteX2" fmla="*/ 1615607 w 1892808"/>
              <a:gd name="connsiteY2" fmla="*/ 257306 h 878496"/>
              <a:gd name="connsiteX3" fmla="*/ 1820767 w 1892808"/>
              <a:gd name="connsiteY3" fmla="*/ 542310 h 878496"/>
              <a:gd name="connsiteX4" fmla="*/ 1892808 w 1892808"/>
              <a:gd name="connsiteY4" fmla="*/ 878496 h 878496"/>
              <a:gd name="connsiteX5" fmla="*/ 946404 w 1892808"/>
              <a:gd name="connsiteY5" fmla="*/ 878496 h 878496"/>
              <a:gd name="connsiteX6" fmla="*/ 0 w 1892808"/>
              <a:gd name="connsiteY6" fmla="*/ 878496 h 878496"/>
              <a:gd name="connsiteX7" fmla="*/ 72041 w 1892808"/>
              <a:gd name="connsiteY7" fmla="*/ 542310 h 878496"/>
              <a:gd name="connsiteX8" fmla="*/ 277195 w 1892808"/>
              <a:gd name="connsiteY8" fmla="*/ 257306 h 878496"/>
              <a:gd name="connsiteX9" fmla="*/ 584231 w 1892808"/>
              <a:gd name="connsiteY9" fmla="*/ 66872 h 878496"/>
              <a:gd name="connsiteX10" fmla="*/ 946404 w 1892808"/>
              <a:gd name="connsiteY10" fmla="*/ 0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92808" h="878496">
                <a:moveTo>
                  <a:pt x="946404" y="0"/>
                </a:move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lnTo>
                  <a:pt x="946404" y="878496"/>
                </a:ln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0" name="任意多边形: 形状 39" descr="preencoded.png"/>
          <p:cNvSpPr/>
          <p:nvPr>
            <p:custDataLst>
              <p:tags r:id="rId6"/>
            </p:custDataLst>
          </p:nvPr>
        </p:nvSpPr>
        <p:spPr>
          <a:xfrm>
            <a:off x="9072434" y="0"/>
            <a:ext cx="3119566" cy="4866702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7"/>
            </p:custDataLst>
          </p:nvPr>
        </p:nvSpPr>
        <p:spPr>
          <a:xfrm rot="5400000">
            <a:off x="11796395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8"/>
            </p:custDataLst>
          </p:nvPr>
        </p:nvSpPr>
        <p:spPr>
          <a:xfrm rot="5400000">
            <a:off x="11804015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9"/>
            </p:custDataLst>
          </p:nvPr>
        </p:nvSpPr>
        <p:spPr>
          <a:xfrm rot="5400000">
            <a:off x="11811635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 userDrawn="1">
            <p:custDataLst>
              <p:tags r:id="rId10"/>
            </p:custDataLst>
          </p:nvPr>
        </p:nvSpPr>
        <p:spPr>
          <a:xfrm rot="5400000">
            <a:off x="11804015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 userDrawn="1">
            <p:custDataLst>
              <p:tags r:id="rId11"/>
            </p:custDataLst>
          </p:nvPr>
        </p:nvSpPr>
        <p:spPr>
          <a:xfrm rot="5400000">
            <a:off x="11811635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 userDrawn="1">
            <p:custDataLst>
              <p:tags r:id="rId12"/>
            </p:custDataLst>
          </p:nvPr>
        </p:nvSpPr>
        <p:spPr>
          <a:xfrm rot="5400000">
            <a:off x="11796395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 userDrawn="1">
            <p:custDataLst>
              <p:tags r:id="rId13"/>
            </p:custDataLst>
          </p:nvPr>
        </p:nvSpPr>
        <p:spPr>
          <a:xfrm rot="5400000">
            <a:off x="11417300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14"/>
            </p:custDataLst>
          </p:nvPr>
        </p:nvSpPr>
        <p:spPr>
          <a:xfrm rot="5400000">
            <a:off x="11424920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15"/>
            </p:custDataLst>
          </p:nvPr>
        </p:nvSpPr>
        <p:spPr>
          <a:xfrm rot="5400000">
            <a:off x="11432540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16"/>
            </p:custDataLst>
          </p:nvPr>
        </p:nvSpPr>
        <p:spPr>
          <a:xfrm rot="5400000">
            <a:off x="11424920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 userDrawn="1">
            <p:custDataLst>
              <p:tags r:id="rId17"/>
            </p:custDataLst>
          </p:nvPr>
        </p:nvSpPr>
        <p:spPr>
          <a:xfrm rot="5400000">
            <a:off x="11432540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 userDrawn="1">
            <p:custDataLst>
              <p:tags r:id="rId18"/>
            </p:custDataLst>
          </p:nvPr>
        </p:nvSpPr>
        <p:spPr>
          <a:xfrm rot="5400000">
            <a:off x="11417300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 userDrawn="1">
            <p:custDataLst>
              <p:tags r:id="rId19"/>
            </p:custDataLst>
          </p:nvPr>
        </p:nvSpPr>
        <p:spPr>
          <a:xfrm rot="5400000">
            <a:off x="11038205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1" name="椭圆 20"/>
          <p:cNvSpPr/>
          <p:nvPr userDrawn="1">
            <p:custDataLst>
              <p:tags r:id="rId20"/>
            </p:custDataLst>
          </p:nvPr>
        </p:nvSpPr>
        <p:spPr>
          <a:xfrm rot="5400000">
            <a:off x="11045825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 userDrawn="1">
            <p:custDataLst>
              <p:tags r:id="rId21"/>
            </p:custDataLst>
          </p:nvPr>
        </p:nvSpPr>
        <p:spPr>
          <a:xfrm rot="5400000">
            <a:off x="11053445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 userDrawn="1">
            <p:custDataLst>
              <p:tags r:id="rId22"/>
            </p:custDataLst>
          </p:nvPr>
        </p:nvSpPr>
        <p:spPr>
          <a:xfrm rot="5400000">
            <a:off x="11045825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4" name="椭圆 23"/>
          <p:cNvSpPr/>
          <p:nvPr userDrawn="1">
            <p:custDataLst>
              <p:tags r:id="rId23"/>
            </p:custDataLst>
          </p:nvPr>
        </p:nvSpPr>
        <p:spPr>
          <a:xfrm rot="5400000">
            <a:off x="11053445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 userDrawn="1">
            <p:custDataLst>
              <p:tags r:id="rId24"/>
            </p:custDataLst>
          </p:nvPr>
        </p:nvSpPr>
        <p:spPr>
          <a:xfrm rot="5400000">
            <a:off x="11038205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 userDrawn="1">
            <p:custDataLst>
              <p:tags r:id="rId25"/>
            </p:custDataLst>
          </p:nvPr>
        </p:nvSpPr>
        <p:spPr>
          <a:xfrm rot="5400000">
            <a:off x="10659110" y="22669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 userDrawn="1">
            <p:custDataLst>
              <p:tags r:id="rId26"/>
            </p:custDataLst>
          </p:nvPr>
        </p:nvSpPr>
        <p:spPr>
          <a:xfrm rot="5400000">
            <a:off x="10666730" y="60579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 userDrawn="1">
            <p:custDataLst>
              <p:tags r:id="rId27"/>
            </p:custDataLst>
          </p:nvPr>
        </p:nvSpPr>
        <p:spPr>
          <a:xfrm rot="5400000">
            <a:off x="10674350" y="98488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 userDrawn="1">
            <p:custDataLst>
              <p:tags r:id="rId28"/>
            </p:custDataLst>
          </p:nvPr>
        </p:nvSpPr>
        <p:spPr>
          <a:xfrm rot="5400000">
            <a:off x="10666730" y="136398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椭圆 17"/>
          <p:cNvSpPr/>
          <p:nvPr userDrawn="1">
            <p:custDataLst>
              <p:tags r:id="rId29"/>
            </p:custDataLst>
          </p:nvPr>
        </p:nvSpPr>
        <p:spPr>
          <a:xfrm rot="5400000">
            <a:off x="10674350" y="1743075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9" name="椭圆 18"/>
          <p:cNvSpPr/>
          <p:nvPr userDrawn="1">
            <p:custDataLst>
              <p:tags r:id="rId30"/>
            </p:custDataLst>
          </p:nvPr>
        </p:nvSpPr>
        <p:spPr>
          <a:xfrm rot="5400000">
            <a:off x="10659110" y="2122170"/>
            <a:ext cx="134620" cy="134620"/>
          </a:xfrm>
          <a:prstGeom prst="ellipse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任意多边形: 形状 50"/>
          <p:cNvSpPr/>
          <p:nvPr userDrawn="1">
            <p:custDataLst>
              <p:tags r:id="rId31"/>
            </p:custDataLst>
          </p:nvPr>
        </p:nvSpPr>
        <p:spPr>
          <a:xfrm>
            <a:off x="7772400" y="2632800"/>
            <a:ext cx="3374136" cy="422520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864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Intersect-2186&amp;721" descr="preencoded.png"/>
          <p:cNvSpPr/>
          <p:nvPr>
            <p:custDataLst>
              <p:tags r:id="rId32"/>
            </p:custDataLst>
          </p:nvPr>
        </p:nvSpPr>
        <p:spPr>
          <a:xfrm>
            <a:off x="8925759" y="2550549"/>
            <a:ext cx="2342371" cy="2450196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3"/>
            </p:custDataLst>
          </p:nvPr>
        </p:nvSpPr>
        <p:spPr>
          <a:xfrm>
            <a:off x="10096945" y="547285"/>
            <a:ext cx="1164336" cy="3763458"/>
          </a:xfrm>
        </p:spPr>
        <p:txBody>
          <a:bodyPr vert="eaVert" wrap="square" anchor="ctr">
            <a:normAutofit/>
          </a:bodyPr>
          <a:lstStyle>
            <a:lvl1pPr algn="ctr">
              <a:defRPr sz="6000">
                <a:solidFill>
                  <a:schemeClr val="lt1">
                    <a:lumMod val="100000"/>
                  </a:schemeClr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Ellipse 37-2186&amp;687" descr="preencoded.png"/>
          <p:cNvSpPr/>
          <p:nvPr userDrawn="1">
            <p:custDataLst>
              <p:tags r:id="rId2"/>
            </p:custDataLst>
          </p:nvPr>
        </p:nvSpPr>
        <p:spPr>
          <a:xfrm>
            <a:off x="1463040" y="6091732"/>
            <a:ext cx="1649831" cy="766268"/>
          </a:xfrm>
          <a:custGeom>
            <a:avLst/>
            <a:gdLst>
              <a:gd name="connsiteX0" fmla="*/ 0 w 1892808"/>
              <a:gd name="connsiteY0" fmla="*/ 879119 h 879119"/>
              <a:gd name="connsiteX1" fmla="*/ 72041 w 1892808"/>
              <a:gd name="connsiteY1" fmla="*/ 542695 h 879119"/>
              <a:gd name="connsiteX2" fmla="*/ 277195 w 1892808"/>
              <a:gd name="connsiteY2" fmla="*/ 257488 h 879119"/>
              <a:gd name="connsiteX3" fmla="*/ 584231 w 1892808"/>
              <a:gd name="connsiteY3" fmla="*/ 66919 h 879119"/>
              <a:gd name="connsiteX4" fmla="*/ 946404 w 1892808"/>
              <a:gd name="connsiteY4" fmla="*/ 0 h 879119"/>
              <a:gd name="connsiteX5" fmla="*/ 1308578 w 1892808"/>
              <a:gd name="connsiteY5" fmla="*/ 66919 h 879119"/>
              <a:gd name="connsiteX6" fmla="*/ 1615607 w 1892808"/>
              <a:gd name="connsiteY6" fmla="*/ 257488 h 879119"/>
              <a:gd name="connsiteX7" fmla="*/ 1820767 w 1892808"/>
              <a:gd name="connsiteY7" fmla="*/ 542695 h 879119"/>
              <a:gd name="connsiteX8" fmla="*/ 1892808 w 1892808"/>
              <a:gd name="connsiteY8" fmla="*/ 879119 h 879119"/>
              <a:gd name="connsiteX9" fmla="*/ 946404 w 1892808"/>
              <a:gd name="connsiteY9" fmla="*/ 879119 h 87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9119">
                <a:moveTo>
                  <a:pt x="0" y="879119"/>
                </a:moveTo>
                <a:cubicBezTo>
                  <a:pt x="0" y="763671"/>
                  <a:pt x="24479" y="649354"/>
                  <a:pt x="72041" y="542695"/>
                </a:cubicBezTo>
                <a:cubicBezTo>
                  <a:pt x="119602" y="436036"/>
                  <a:pt x="189314" y="339121"/>
                  <a:pt x="277195" y="257488"/>
                </a:cubicBezTo>
                <a:cubicBezTo>
                  <a:pt x="365077" y="175854"/>
                  <a:pt x="469408" y="111099"/>
                  <a:pt x="584231" y="66919"/>
                </a:cubicBezTo>
                <a:cubicBezTo>
                  <a:pt x="699053" y="22739"/>
                  <a:pt x="822120" y="0"/>
                  <a:pt x="946404" y="0"/>
                </a:cubicBezTo>
                <a:cubicBezTo>
                  <a:pt x="1070688" y="0"/>
                  <a:pt x="1193755" y="22739"/>
                  <a:pt x="1308578" y="66919"/>
                </a:cubicBezTo>
                <a:cubicBezTo>
                  <a:pt x="1423404" y="111099"/>
                  <a:pt x="1527725" y="175854"/>
                  <a:pt x="1615607" y="257488"/>
                </a:cubicBezTo>
                <a:cubicBezTo>
                  <a:pt x="1703489" y="339123"/>
                  <a:pt x="1773206" y="436036"/>
                  <a:pt x="1820767" y="542695"/>
                </a:cubicBezTo>
                <a:cubicBezTo>
                  <a:pt x="1868329" y="649354"/>
                  <a:pt x="1892808" y="763671"/>
                  <a:pt x="1892808" y="879119"/>
                </a:cubicBezTo>
                <a:lnTo>
                  <a:pt x="946404" y="879119"/>
                </a:ln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60" name="任意多边形: 形状 59" descr="preencoded.png"/>
          <p:cNvSpPr/>
          <p:nvPr userDrawn="1">
            <p:custDataLst>
              <p:tags r:id="rId3"/>
            </p:custDataLst>
          </p:nvPr>
        </p:nvSpPr>
        <p:spPr>
          <a:xfrm>
            <a:off x="10616093" y="0"/>
            <a:ext cx="1575907" cy="621793"/>
          </a:xfrm>
          <a:custGeom>
            <a:avLst/>
            <a:gdLst>
              <a:gd name="connsiteX0" fmla="*/ 0 w 1575907"/>
              <a:gd name="connsiteY0" fmla="*/ 0 h 621793"/>
              <a:gd name="connsiteX1" fmla="*/ 1575907 w 1575907"/>
              <a:gd name="connsiteY1" fmla="*/ 0 h 621793"/>
              <a:gd name="connsiteX2" fmla="*/ 1575907 w 1575907"/>
              <a:gd name="connsiteY2" fmla="*/ 354873 h 621793"/>
              <a:gd name="connsiteX3" fmla="*/ 1568328 w 1575907"/>
              <a:gd name="connsiteY3" fmla="*/ 363481 h 621793"/>
              <a:gd name="connsiteX4" fmla="*/ 1261382 w 1575907"/>
              <a:gd name="connsiteY4" fmla="*/ 554659 h 621793"/>
              <a:gd name="connsiteX5" fmla="*/ 899305 w 1575907"/>
              <a:gd name="connsiteY5" fmla="*/ 621793 h 621793"/>
              <a:gd name="connsiteX6" fmla="*/ 537229 w 1575907"/>
              <a:gd name="connsiteY6" fmla="*/ 554659 h 621793"/>
              <a:gd name="connsiteX7" fmla="*/ 230275 w 1575907"/>
              <a:gd name="connsiteY7" fmla="*/ 363481 h 621793"/>
              <a:gd name="connsiteX8" fmla="*/ 25176 w 1575907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75907" h="621793">
                <a:moveTo>
                  <a:pt x="0" y="0"/>
                </a:moveTo>
                <a:lnTo>
                  <a:pt x="1575907" y="0"/>
                </a:lnTo>
                <a:lnTo>
                  <a:pt x="1575907" y="354873"/>
                </a:lnTo>
                <a:lnTo>
                  <a:pt x="1568328" y="363481"/>
                </a:lnTo>
                <a:cubicBezTo>
                  <a:pt x="1480470" y="445376"/>
                  <a:pt x="1376177" y="510338"/>
                  <a:pt x="1261382" y="554659"/>
                </a:cubicBezTo>
                <a:cubicBezTo>
                  <a:pt x="1146589" y="598980"/>
                  <a:pt x="1023556" y="621793"/>
                  <a:pt x="899305" y="621793"/>
                </a:cubicBezTo>
                <a:cubicBezTo>
                  <a:pt x="775055" y="621793"/>
                  <a:pt x="652021" y="598980"/>
                  <a:pt x="537229" y="554659"/>
                </a:cubicBezTo>
                <a:cubicBezTo>
                  <a:pt x="422437" y="510338"/>
                  <a:pt x="318134" y="445376"/>
                  <a:pt x="230275" y="363481"/>
                </a:cubicBezTo>
                <a:cubicBezTo>
                  <a:pt x="142418" y="281587"/>
                  <a:pt x="72725" y="184363"/>
                  <a:pt x="25176" y="77363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 userDrawn="1">
            <p:custDataLst>
              <p:tags r:id="rId4"/>
            </p:custDataLst>
          </p:nvPr>
        </p:nvSpPr>
        <p:spPr>
          <a:xfrm>
            <a:off x="1032192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椭圆 52"/>
          <p:cNvSpPr/>
          <p:nvPr userDrawn="1">
            <p:custDataLst>
              <p:tags r:id="rId5"/>
            </p:custDataLst>
          </p:nvPr>
        </p:nvSpPr>
        <p:spPr>
          <a:xfrm>
            <a:off x="10621010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4" name="椭圆 53"/>
          <p:cNvSpPr/>
          <p:nvPr userDrawn="1">
            <p:custDataLst>
              <p:tags r:id="rId6"/>
            </p:custDataLst>
          </p:nvPr>
        </p:nvSpPr>
        <p:spPr>
          <a:xfrm>
            <a:off x="10920095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5" name="椭圆 54"/>
          <p:cNvSpPr/>
          <p:nvPr userDrawn="1">
            <p:custDataLst>
              <p:tags r:id="rId7"/>
            </p:custDataLst>
          </p:nvPr>
        </p:nvSpPr>
        <p:spPr>
          <a:xfrm>
            <a:off x="11218545" y="494919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6" name="椭圆 55"/>
          <p:cNvSpPr/>
          <p:nvPr userDrawn="1">
            <p:custDataLst>
              <p:tags r:id="rId8"/>
            </p:custDataLst>
          </p:nvPr>
        </p:nvSpPr>
        <p:spPr>
          <a:xfrm>
            <a:off x="11517630" y="49434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7" name="椭圆 56"/>
          <p:cNvSpPr/>
          <p:nvPr userDrawn="1">
            <p:custDataLst>
              <p:tags r:id="rId9"/>
            </p:custDataLst>
          </p:nvPr>
        </p:nvSpPr>
        <p:spPr>
          <a:xfrm>
            <a:off x="11816715" y="495554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6" name="椭圆 45"/>
          <p:cNvSpPr/>
          <p:nvPr userDrawn="1">
            <p:custDataLst>
              <p:tags r:id="rId10"/>
            </p:custDataLst>
          </p:nvPr>
        </p:nvSpPr>
        <p:spPr>
          <a:xfrm>
            <a:off x="1032192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7" name="椭圆 46"/>
          <p:cNvSpPr/>
          <p:nvPr userDrawn="1">
            <p:custDataLst>
              <p:tags r:id="rId11"/>
            </p:custDataLst>
          </p:nvPr>
        </p:nvSpPr>
        <p:spPr>
          <a:xfrm>
            <a:off x="10621010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 userDrawn="1">
            <p:custDataLst>
              <p:tags r:id="rId12"/>
            </p:custDataLst>
          </p:nvPr>
        </p:nvSpPr>
        <p:spPr>
          <a:xfrm>
            <a:off x="10920095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9" name="椭圆 48"/>
          <p:cNvSpPr/>
          <p:nvPr userDrawn="1">
            <p:custDataLst>
              <p:tags r:id="rId13"/>
            </p:custDataLst>
          </p:nvPr>
        </p:nvSpPr>
        <p:spPr>
          <a:xfrm>
            <a:off x="11218545" y="524827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0" name="椭圆 49"/>
          <p:cNvSpPr/>
          <p:nvPr userDrawn="1">
            <p:custDataLst>
              <p:tags r:id="rId14"/>
            </p:custDataLst>
          </p:nvPr>
        </p:nvSpPr>
        <p:spPr>
          <a:xfrm>
            <a:off x="11517630" y="52425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 userDrawn="1">
            <p:custDataLst>
              <p:tags r:id="rId15"/>
            </p:custDataLst>
          </p:nvPr>
        </p:nvSpPr>
        <p:spPr>
          <a:xfrm>
            <a:off x="11816715" y="525462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0" name="椭圆 39"/>
          <p:cNvSpPr/>
          <p:nvPr userDrawn="1">
            <p:custDataLst>
              <p:tags r:id="rId16"/>
            </p:custDataLst>
          </p:nvPr>
        </p:nvSpPr>
        <p:spPr>
          <a:xfrm>
            <a:off x="1032192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1" name="椭圆 40"/>
          <p:cNvSpPr/>
          <p:nvPr userDrawn="1">
            <p:custDataLst>
              <p:tags r:id="rId17"/>
            </p:custDataLst>
          </p:nvPr>
        </p:nvSpPr>
        <p:spPr>
          <a:xfrm>
            <a:off x="10621010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2" name="椭圆 41"/>
          <p:cNvSpPr/>
          <p:nvPr userDrawn="1">
            <p:custDataLst>
              <p:tags r:id="rId18"/>
            </p:custDataLst>
          </p:nvPr>
        </p:nvSpPr>
        <p:spPr>
          <a:xfrm>
            <a:off x="10920095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椭圆 42"/>
          <p:cNvSpPr/>
          <p:nvPr userDrawn="1">
            <p:custDataLst>
              <p:tags r:id="rId19"/>
            </p:custDataLst>
          </p:nvPr>
        </p:nvSpPr>
        <p:spPr>
          <a:xfrm>
            <a:off x="11218545" y="55473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椭圆 43"/>
          <p:cNvSpPr/>
          <p:nvPr userDrawn="1">
            <p:custDataLst>
              <p:tags r:id="rId20"/>
            </p:custDataLst>
          </p:nvPr>
        </p:nvSpPr>
        <p:spPr>
          <a:xfrm>
            <a:off x="11517630" y="55416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椭圆 44"/>
          <p:cNvSpPr/>
          <p:nvPr userDrawn="1">
            <p:custDataLst>
              <p:tags r:id="rId21"/>
            </p:custDataLst>
          </p:nvPr>
        </p:nvSpPr>
        <p:spPr>
          <a:xfrm>
            <a:off x="11816715" y="55537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22"/>
            </p:custDataLst>
          </p:nvPr>
        </p:nvSpPr>
        <p:spPr>
          <a:xfrm>
            <a:off x="1032192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 userDrawn="1">
            <p:custDataLst>
              <p:tags r:id="rId23"/>
            </p:custDataLst>
          </p:nvPr>
        </p:nvSpPr>
        <p:spPr>
          <a:xfrm>
            <a:off x="10621010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 userDrawn="1">
            <p:custDataLst>
              <p:tags r:id="rId24"/>
            </p:custDataLst>
          </p:nvPr>
        </p:nvSpPr>
        <p:spPr>
          <a:xfrm>
            <a:off x="10920095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 userDrawn="1">
            <p:custDataLst>
              <p:tags r:id="rId25"/>
            </p:custDataLst>
          </p:nvPr>
        </p:nvSpPr>
        <p:spPr>
          <a:xfrm>
            <a:off x="11218545" y="584581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椭圆 37"/>
          <p:cNvSpPr/>
          <p:nvPr userDrawn="1">
            <p:custDataLst>
              <p:tags r:id="rId26"/>
            </p:custDataLst>
          </p:nvPr>
        </p:nvSpPr>
        <p:spPr>
          <a:xfrm>
            <a:off x="11517630" y="58400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椭圆 38"/>
          <p:cNvSpPr/>
          <p:nvPr userDrawn="1">
            <p:custDataLst>
              <p:tags r:id="rId27"/>
            </p:custDataLst>
          </p:nvPr>
        </p:nvSpPr>
        <p:spPr>
          <a:xfrm>
            <a:off x="11816715" y="585216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28"/>
            </p:custDataLst>
          </p:nvPr>
        </p:nvSpPr>
        <p:spPr>
          <a:xfrm>
            <a:off x="1032192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29"/>
            </p:custDataLst>
          </p:nvPr>
        </p:nvSpPr>
        <p:spPr>
          <a:xfrm>
            <a:off x="10621010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 userDrawn="1">
            <p:custDataLst>
              <p:tags r:id="rId30"/>
            </p:custDataLst>
          </p:nvPr>
        </p:nvSpPr>
        <p:spPr>
          <a:xfrm>
            <a:off x="10920095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 userDrawn="1">
            <p:custDataLst>
              <p:tags r:id="rId31"/>
            </p:custDataLst>
          </p:nvPr>
        </p:nvSpPr>
        <p:spPr>
          <a:xfrm>
            <a:off x="11218545" y="614489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32"/>
            </p:custDataLst>
          </p:nvPr>
        </p:nvSpPr>
        <p:spPr>
          <a:xfrm>
            <a:off x="11517630" y="61391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33"/>
            </p:custDataLst>
          </p:nvPr>
        </p:nvSpPr>
        <p:spPr>
          <a:xfrm>
            <a:off x="11816715" y="615124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 userDrawn="1">
            <p:custDataLst>
              <p:tags r:id="rId34"/>
            </p:custDataLst>
          </p:nvPr>
        </p:nvSpPr>
        <p:spPr>
          <a:xfrm>
            <a:off x="1032192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 userDrawn="1">
            <p:custDataLst>
              <p:tags r:id="rId35"/>
            </p:custDataLst>
          </p:nvPr>
        </p:nvSpPr>
        <p:spPr>
          <a:xfrm>
            <a:off x="10621010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4" name="椭圆 23"/>
          <p:cNvSpPr/>
          <p:nvPr userDrawn="1">
            <p:custDataLst>
              <p:tags r:id="rId36"/>
            </p:custDataLst>
          </p:nvPr>
        </p:nvSpPr>
        <p:spPr>
          <a:xfrm>
            <a:off x="10920095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 userDrawn="1">
            <p:custDataLst>
              <p:tags r:id="rId37"/>
            </p:custDataLst>
          </p:nvPr>
        </p:nvSpPr>
        <p:spPr>
          <a:xfrm>
            <a:off x="11218545" y="644398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 userDrawn="1">
            <p:custDataLst>
              <p:tags r:id="rId38"/>
            </p:custDataLst>
          </p:nvPr>
        </p:nvSpPr>
        <p:spPr>
          <a:xfrm>
            <a:off x="11517630" y="6438265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39"/>
            </p:custDataLst>
          </p:nvPr>
        </p:nvSpPr>
        <p:spPr>
          <a:xfrm>
            <a:off x="11816715" y="6450330"/>
            <a:ext cx="106045" cy="1060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40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1"/>
            </p:custDataLst>
          </p:nvPr>
        </p:nvSpPr>
        <p:spPr>
          <a:xfrm>
            <a:off x="5259705" y="2204720"/>
            <a:ext cx="6180455" cy="2469515"/>
          </a:xfrm>
        </p:spPr>
        <p:txBody>
          <a:bodyPr wrap="square" anchor="ctr">
            <a:normAutofit/>
          </a:bodyPr>
          <a:lstStyle>
            <a:lvl1pPr algn="l">
              <a:defRPr sz="48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4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4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3" name="任意多边形: 形状 39" descr="preencoded.png"/>
          <p:cNvSpPr/>
          <p:nvPr userDrawn="1">
            <p:custDataLst>
              <p:tags r:id="rId44"/>
            </p:custDataLst>
          </p:nvPr>
        </p:nvSpPr>
        <p:spPr>
          <a:xfrm flipH="1">
            <a:off x="0" y="0"/>
            <a:ext cx="3133090" cy="4866640"/>
          </a:xfrm>
          <a:custGeom>
            <a:avLst/>
            <a:gdLst>
              <a:gd name="connsiteX0" fmla="*/ 0 w 3119566"/>
              <a:gd name="connsiteY0" fmla="*/ 0 h 4866702"/>
              <a:gd name="connsiteX1" fmla="*/ 3119566 w 3119566"/>
              <a:gd name="connsiteY1" fmla="*/ 0 h 4866702"/>
              <a:gd name="connsiteX2" fmla="*/ 3119566 w 3119566"/>
              <a:gd name="connsiteY2" fmla="*/ 4866702 h 4866702"/>
              <a:gd name="connsiteX3" fmla="*/ 2033983 w 3119566"/>
              <a:gd name="connsiteY3" fmla="*/ 4866702 h 4866702"/>
              <a:gd name="connsiteX4" fmla="*/ 0 w 3119566"/>
              <a:gd name="connsiteY4" fmla="*/ 2835342 h 486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9566" h="4866702">
                <a:moveTo>
                  <a:pt x="0" y="0"/>
                </a:moveTo>
                <a:lnTo>
                  <a:pt x="3119566" y="0"/>
                </a:lnTo>
                <a:lnTo>
                  <a:pt x="3119566" y="4866702"/>
                </a:lnTo>
                <a:lnTo>
                  <a:pt x="2033983" y="4866702"/>
                </a:lnTo>
                <a:cubicBezTo>
                  <a:pt x="910644" y="4866702"/>
                  <a:pt x="0" y="3957237"/>
                  <a:pt x="0" y="2835342"/>
                </a:cubicBezTo>
                <a:close/>
              </a:path>
            </a:pathLst>
          </a:custGeom>
          <a:solidFill>
            <a:schemeClr val="accent2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任意多边形: 形状 50"/>
          <p:cNvSpPr/>
          <p:nvPr userDrawn="1">
            <p:custDataLst>
              <p:tags r:id="rId45"/>
            </p:custDataLst>
          </p:nvPr>
        </p:nvSpPr>
        <p:spPr>
          <a:xfrm flipH="1">
            <a:off x="1058545" y="2632710"/>
            <a:ext cx="3374390" cy="4225290"/>
          </a:xfrm>
          <a:custGeom>
            <a:avLst/>
            <a:gdLst>
              <a:gd name="connsiteX0" fmla="*/ 0 w 3374136"/>
              <a:gd name="connsiteY0" fmla="*/ 0 h 4225200"/>
              <a:gd name="connsiteX1" fmla="*/ 1344581 w 3374136"/>
              <a:gd name="connsiteY1" fmla="*/ 0 h 4225200"/>
              <a:gd name="connsiteX2" fmla="*/ 3374136 w 3374136"/>
              <a:gd name="connsiteY2" fmla="*/ 2033228 h 4225200"/>
              <a:gd name="connsiteX3" fmla="*/ 3374136 w 3374136"/>
              <a:gd name="connsiteY3" fmla="*/ 4225200 h 4225200"/>
              <a:gd name="connsiteX4" fmla="*/ 0 w 3374136"/>
              <a:gd name="connsiteY4" fmla="*/ 4225200 h 422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4136" h="4225200">
                <a:moveTo>
                  <a:pt x="0" y="0"/>
                </a:moveTo>
                <a:lnTo>
                  <a:pt x="1344581" y="0"/>
                </a:lnTo>
                <a:cubicBezTo>
                  <a:pt x="2465479" y="0"/>
                  <a:pt x="3374136" y="910307"/>
                  <a:pt x="3374136" y="2033228"/>
                </a:cubicBezTo>
                <a:lnTo>
                  <a:pt x="3374136" y="4225200"/>
                </a:lnTo>
                <a:lnTo>
                  <a:pt x="0" y="4225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83000">
                <a:schemeClr val="bg1">
                  <a:alpha val="0"/>
                </a:schemeClr>
              </a:gs>
            </a:gsLst>
            <a:lin ang="10200000" scaled="0"/>
          </a:gradFill>
          <a:ln w="12637" cap="flat">
            <a:gradFill>
              <a:gsLst>
                <a:gs pos="0">
                  <a:schemeClr val="bg1">
                    <a:alpha val="83000"/>
                  </a:schemeClr>
                </a:gs>
                <a:gs pos="58000">
                  <a:schemeClr val="bg1">
                    <a:alpha val="22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/>
            <a:endParaRPr lang="en-US">
              <a:cs typeface="Arial" panose="020B0604020202020204" pitchFamily="34" charset="0"/>
            </a:endParaRPr>
          </a:p>
        </p:txBody>
      </p:sp>
      <p:sp>
        <p:nvSpPr>
          <p:cNvPr id="10" name="Intersect-2186&amp;721" descr="preencoded.png"/>
          <p:cNvSpPr/>
          <p:nvPr userDrawn="1">
            <p:custDataLst>
              <p:tags r:id="rId46"/>
            </p:custDataLst>
          </p:nvPr>
        </p:nvSpPr>
        <p:spPr>
          <a:xfrm flipH="1">
            <a:off x="937260" y="2550795"/>
            <a:ext cx="2342515" cy="2450465"/>
          </a:xfrm>
          <a:custGeom>
            <a:avLst/>
            <a:gdLst>
              <a:gd name="connsiteX0" fmla="*/ 2342371 w 2342371"/>
              <a:gd name="connsiteY0" fmla="*/ 2450197 h 2450196"/>
              <a:gd name="connsiteX1" fmla="*/ 0 w 2342371"/>
              <a:gd name="connsiteY1" fmla="*/ 0 h 2450196"/>
              <a:gd name="connsiteX2" fmla="*/ 2342371 w 2342371"/>
              <a:gd name="connsiteY2" fmla="*/ 2450197 h 245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2371" h="2450196">
                <a:moveTo>
                  <a:pt x="2342371" y="2450197"/>
                </a:moveTo>
                <a:cubicBezTo>
                  <a:pt x="1051600" y="2367809"/>
                  <a:pt x="26634" y="1306616"/>
                  <a:pt x="0" y="0"/>
                </a:cubicBezTo>
                <a:cubicBezTo>
                  <a:pt x="1290770" y="82394"/>
                  <a:pt x="2315727" y="1143573"/>
                  <a:pt x="2342371" y="2450197"/>
                </a:cubicBezTo>
                <a:close/>
              </a:path>
            </a:pathLst>
          </a:custGeom>
          <a:solidFill>
            <a:schemeClr val="accent1">
              <a:alpha val="30000"/>
            </a:schemeClr>
          </a:solidFill>
          <a:ln w="15641" cap="flat">
            <a:noFill/>
            <a:prstDash val="solid"/>
            <a:miter/>
          </a:ln>
          <a:effectLst>
            <a:softEdge rad="177800"/>
          </a:effectLst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Rectangle 41650-2186&amp;685" descr="preencoded.png"/>
          <p:cNvSpPr/>
          <p:nvPr userDrawn="1">
            <p:custDataLst>
              <p:tags r:id="rId47"/>
            </p:custDataLst>
          </p:nvPr>
        </p:nvSpPr>
        <p:spPr>
          <a:xfrm>
            <a:off x="3962527" y="2980944"/>
            <a:ext cx="969264" cy="969264"/>
          </a:xfrm>
          <a:custGeom>
            <a:avLst/>
            <a:gdLst>
              <a:gd name="connsiteX0" fmla="*/ 0 w 969264"/>
              <a:gd name="connsiteY0" fmla="*/ 484632 h 969264"/>
              <a:gd name="connsiteX1" fmla="*/ 484632 w 969264"/>
              <a:gd name="connsiteY1" fmla="*/ 0 h 969264"/>
              <a:gd name="connsiteX2" fmla="*/ 484632 w 969264"/>
              <a:gd name="connsiteY2" fmla="*/ 0 h 969264"/>
              <a:gd name="connsiteX3" fmla="*/ 969264 w 969264"/>
              <a:gd name="connsiteY3" fmla="*/ 484632 h 969264"/>
              <a:gd name="connsiteX4" fmla="*/ 969264 w 969264"/>
              <a:gd name="connsiteY4" fmla="*/ 484632 h 969264"/>
              <a:gd name="connsiteX5" fmla="*/ 484632 w 969264"/>
              <a:gd name="connsiteY5" fmla="*/ 969264 h 969264"/>
              <a:gd name="connsiteX6" fmla="*/ 484632 w 969264"/>
              <a:gd name="connsiteY6" fmla="*/ 969264 h 969264"/>
              <a:gd name="connsiteX7" fmla="*/ 0 w 969264"/>
              <a:gd name="connsiteY7" fmla="*/ 484632 h 969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9264" h="969264">
                <a:moveTo>
                  <a:pt x="0" y="484632"/>
                </a:moveTo>
                <a:cubicBezTo>
                  <a:pt x="0" y="216977"/>
                  <a:pt x="216977" y="0"/>
                  <a:pt x="484632" y="0"/>
                </a:cubicBezTo>
                <a:lnTo>
                  <a:pt x="484632" y="0"/>
                </a:lnTo>
                <a:cubicBezTo>
                  <a:pt x="752287" y="0"/>
                  <a:pt x="969264" y="216977"/>
                  <a:pt x="969264" y="484632"/>
                </a:cubicBezTo>
                <a:lnTo>
                  <a:pt x="969264" y="484632"/>
                </a:lnTo>
                <a:cubicBezTo>
                  <a:pt x="969264" y="752287"/>
                  <a:pt x="752287" y="969264"/>
                  <a:pt x="484632" y="969264"/>
                </a:cubicBezTo>
                <a:lnTo>
                  <a:pt x="484632" y="969264"/>
                </a:lnTo>
                <a:cubicBezTo>
                  <a:pt x="216977" y="969264"/>
                  <a:pt x="0" y="752287"/>
                  <a:pt x="0" y="484632"/>
                </a:cubicBezTo>
                <a:close/>
              </a:path>
            </a:pathLst>
          </a:custGeom>
          <a:solidFill>
            <a:schemeClr val="accent2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节编号 3"/>
          <p:cNvSpPr>
            <a:spLocks noGrp="1"/>
          </p:cNvSpPr>
          <p:nvPr>
            <p:ph type="body" sz="quarter" idx="13" hasCustomPrompt="1"/>
            <p:custDataLst>
              <p:tags r:id="rId48"/>
            </p:custDataLst>
          </p:nvPr>
        </p:nvSpPr>
        <p:spPr>
          <a:xfrm>
            <a:off x="3977041" y="2190379"/>
            <a:ext cx="931418" cy="2469772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4000" b="1">
                <a:solidFill>
                  <a:schemeClr val="lt1">
                    <a:lumMod val="100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>
                <a:latin typeface="+mj-lt"/>
              </a:rPr>
              <a:t>Click to add text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标题 9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" name="任意多边形: 形状 1" descr="preencoded.png"/>
          <p:cNvSpPr/>
          <p:nvPr userDrawn="1">
            <p:custDataLst>
              <p:tags r:id="rId6"/>
            </p:custDataLst>
          </p:nvPr>
        </p:nvSpPr>
        <p:spPr>
          <a:xfrm>
            <a:off x="46857" y="1"/>
            <a:ext cx="1045343" cy="361286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 userDrawn="1">
            <p:custDataLst>
              <p:tags r:id="rId7"/>
            </p:custDataLst>
          </p:nvPr>
        </p:nvSpPr>
        <p:spPr>
          <a:xfrm>
            <a:off x="11435715" y="618109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8" name="椭圆 17"/>
          <p:cNvSpPr/>
          <p:nvPr userDrawn="1">
            <p:custDataLst>
              <p:tags r:id="rId8"/>
            </p:custDataLst>
          </p:nvPr>
        </p:nvSpPr>
        <p:spPr>
          <a:xfrm>
            <a:off x="11597005" y="617791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9" name="椭圆 18"/>
          <p:cNvSpPr/>
          <p:nvPr userDrawn="1">
            <p:custDataLst>
              <p:tags r:id="rId9"/>
            </p:custDataLst>
          </p:nvPr>
        </p:nvSpPr>
        <p:spPr>
          <a:xfrm>
            <a:off x="11758295" y="618426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4" name="椭圆 13"/>
          <p:cNvSpPr/>
          <p:nvPr userDrawn="1">
            <p:custDataLst>
              <p:tags r:id="rId10"/>
            </p:custDataLst>
          </p:nvPr>
        </p:nvSpPr>
        <p:spPr>
          <a:xfrm>
            <a:off x="11435715" y="634238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 userDrawn="1">
            <p:custDataLst>
              <p:tags r:id="rId11"/>
            </p:custDataLst>
          </p:nvPr>
        </p:nvSpPr>
        <p:spPr>
          <a:xfrm>
            <a:off x="11597005" y="633920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 userDrawn="1">
            <p:custDataLst>
              <p:tags r:id="rId12"/>
            </p:custDataLst>
          </p:nvPr>
        </p:nvSpPr>
        <p:spPr>
          <a:xfrm>
            <a:off x="11758295" y="634555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椭圆 10"/>
          <p:cNvSpPr/>
          <p:nvPr userDrawn="1">
            <p:custDataLst>
              <p:tags r:id="rId13"/>
            </p:custDataLst>
          </p:nvPr>
        </p:nvSpPr>
        <p:spPr>
          <a:xfrm>
            <a:off x="11435715" y="6503670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2" name="椭圆 11"/>
          <p:cNvSpPr/>
          <p:nvPr userDrawn="1">
            <p:custDataLst>
              <p:tags r:id="rId14"/>
            </p:custDataLst>
          </p:nvPr>
        </p:nvSpPr>
        <p:spPr>
          <a:xfrm>
            <a:off x="11597005" y="650049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13" name="椭圆 12"/>
          <p:cNvSpPr/>
          <p:nvPr userDrawn="1">
            <p:custDataLst>
              <p:tags r:id="rId15"/>
            </p:custDataLst>
          </p:nvPr>
        </p:nvSpPr>
        <p:spPr>
          <a:xfrm>
            <a:off x="11758295" y="6506845"/>
            <a:ext cx="57150" cy="571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lipse 37-2186&amp;742" descr="preencoded.png"/>
          <p:cNvSpPr/>
          <p:nvPr userDrawn="1">
            <p:custDataLst>
              <p:tags r:id="rId2"/>
            </p:custDataLst>
          </p:nvPr>
        </p:nvSpPr>
        <p:spPr>
          <a:xfrm>
            <a:off x="7388352" y="5979504"/>
            <a:ext cx="1892808" cy="878496"/>
          </a:xfrm>
          <a:custGeom>
            <a:avLst/>
            <a:gdLst>
              <a:gd name="connsiteX0" fmla="*/ 946404 w 1892808"/>
              <a:gd name="connsiteY0" fmla="*/ 878496 h 878496"/>
              <a:gd name="connsiteX1" fmla="*/ 0 w 1892808"/>
              <a:gd name="connsiteY1" fmla="*/ 878496 h 878496"/>
              <a:gd name="connsiteX2" fmla="*/ 72041 w 1892808"/>
              <a:gd name="connsiteY2" fmla="*/ 542310 h 878496"/>
              <a:gd name="connsiteX3" fmla="*/ 277195 w 1892808"/>
              <a:gd name="connsiteY3" fmla="*/ 257306 h 878496"/>
              <a:gd name="connsiteX4" fmla="*/ 584231 w 1892808"/>
              <a:gd name="connsiteY4" fmla="*/ 66872 h 878496"/>
              <a:gd name="connsiteX5" fmla="*/ 946404 w 1892808"/>
              <a:gd name="connsiteY5" fmla="*/ 0 h 878496"/>
              <a:gd name="connsiteX6" fmla="*/ 1308578 w 1892808"/>
              <a:gd name="connsiteY6" fmla="*/ 66872 h 878496"/>
              <a:gd name="connsiteX7" fmla="*/ 1615607 w 1892808"/>
              <a:gd name="connsiteY7" fmla="*/ 257306 h 878496"/>
              <a:gd name="connsiteX8" fmla="*/ 1820767 w 1892808"/>
              <a:gd name="connsiteY8" fmla="*/ 542310 h 878496"/>
              <a:gd name="connsiteX9" fmla="*/ 1892808 w 1892808"/>
              <a:gd name="connsiteY9" fmla="*/ 878496 h 87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92808" h="878496">
                <a:moveTo>
                  <a:pt x="946404" y="878496"/>
                </a:moveTo>
                <a:lnTo>
                  <a:pt x="0" y="878496"/>
                </a:lnTo>
                <a:cubicBezTo>
                  <a:pt x="0" y="763130"/>
                  <a:pt x="24479" y="648894"/>
                  <a:pt x="72041" y="542310"/>
                </a:cubicBezTo>
                <a:cubicBezTo>
                  <a:pt x="119602" y="435727"/>
                  <a:pt x="189314" y="338882"/>
                  <a:pt x="277195" y="257306"/>
                </a:cubicBezTo>
                <a:cubicBezTo>
                  <a:pt x="365077" y="175730"/>
                  <a:pt x="469408" y="111020"/>
                  <a:pt x="584231" y="66872"/>
                </a:cubicBezTo>
                <a:cubicBezTo>
                  <a:pt x="699053" y="22723"/>
                  <a:pt x="822120" y="0"/>
                  <a:pt x="946404" y="0"/>
                </a:cubicBezTo>
                <a:cubicBezTo>
                  <a:pt x="1070688" y="0"/>
                  <a:pt x="1193755" y="22723"/>
                  <a:pt x="1308578" y="66872"/>
                </a:cubicBezTo>
                <a:cubicBezTo>
                  <a:pt x="1423404" y="111020"/>
                  <a:pt x="1527725" y="175730"/>
                  <a:pt x="1615607" y="257306"/>
                </a:cubicBezTo>
                <a:cubicBezTo>
                  <a:pt x="1703489" y="338881"/>
                  <a:pt x="1773206" y="435727"/>
                  <a:pt x="1820767" y="542310"/>
                </a:cubicBezTo>
                <a:cubicBezTo>
                  <a:pt x="1868329" y="648894"/>
                  <a:pt x="1892808" y="763130"/>
                  <a:pt x="1892808" y="878496"/>
                </a:cubicBezTo>
                <a:close/>
              </a:path>
            </a:pathLst>
          </a:custGeom>
          <a:solidFill>
            <a:schemeClr val="accent2">
              <a:alpha val="18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7" name="Rectangle 41649-2186&amp;734" descr="preencoded.png"/>
          <p:cNvSpPr/>
          <p:nvPr userDrawn="1">
            <p:custDataLst>
              <p:tags r:id="rId3"/>
            </p:custDataLst>
          </p:nvPr>
        </p:nvSpPr>
        <p:spPr>
          <a:xfrm>
            <a:off x="9625407" y="914400"/>
            <a:ext cx="2566593" cy="2615184"/>
          </a:xfrm>
          <a:custGeom>
            <a:avLst/>
            <a:gdLst>
              <a:gd name="connsiteX0" fmla="*/ 0 w 2566593"/>
              <a:gd name="connsiteY0" fmla="*/ 0 h 2615184"/>
              <a:gd name="connsiteX1" fmla="*/ 2566593 w 2566593"/>
              <a:gd name="connsiteY1" fmla="*/ 0 h 2615184"/>
              <a:gd name="connsiteX2" fmla="*/ 2566593 w 2566593"/>
              <a:gd name="connsiteY2" fmla="*/ 2615184 h 2615184"/>
              <a:gd name="connsiteX3" fmla="*/ 0 w 2566593"/>
              <a:gd name="connsiteY3" fmla="*/ 2615184 h 2615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6593" h="2615184">
                <a:moveTo>
                  <a:pt x="0" y="0"/>
                </a:moveTo>
                <a:lnTo>
                  <a:pt x="2566593" y="0"/>
                </a:lnTo>
                <a:lnTo>
                  <a:pt x="2566593" y="2615184"/>
                </a:lnTo>
                <a:lnTo>
                  <a:pt x="0" y="2615184"/>
                </a:lnTo>
                <a:close/>
              </a:path>
            </a:pathLst>
          </a:custGeom>
          <a:gradFill>
            <a:gsLst>
              <a:gs pos="19361">
                <a:schemeClr val="accent2"/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0" scaled="1"/>
          </a:gra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4" name="椭圆 53"/>
          <p:cNvSpPr/>
          <p:nvPr userDrawn="1">
            <p:custDataLst>
              <p:tags r:id="rId4"/>
            </p:custDataLst>
          </p:nvPr>
        </p:nvSpPr>
        <p:spPr>
          <a:xfrm>
            <a:off x="9775190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5" name="椭圆 54"/>
          <p:cNvSpPr/>
          <p:nvPr userDrawn="1">
            <p:custDataLst>
              <p:tags r:id="rId5"/>
            </p:custDataLst>
          </p:nvPr>
        </p:nvSpPr>
        <p:spPr>
          <a:xfrm>
            <a:off x="1015428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6" name="椭圆 55"/>
          <p:cNvSpPr/>
          <p:nvPr userDrawn="1">
            <p:custDataLst>
              <p:tags r:id="rId6"/>
            </p:custDataLst>
          </p:nvPr>
        </p:nvSpPr>
        <p:spPr>
          <a:xfrm>
            <a:off x="1053338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7" name="椭圆 56"/>
          <p:cNvSpPr/>
          <p:nvPr userDrawn="1">
            <p:custDataLst>
              <p:tags r:id="rId7"/>
            </p:custDataLst>
          </p:nvPr>
        </p:nvSpPr>
        <p:spPr>
          <a:xfrm>
            <a:off x="10912475" y="4436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8" name="椭圆 57"/>
          <p:cNvSpPr/>
          <p:nvPr userDrawn="1">
            <p:custDataLst>
              <p:tags r:id="rId8"/>
            </p:custDataLst>
          </p:nvPr>
        </p:nvSpPr>
        <p:spPr>
          <a:xfrm>
            <a:off x="11291570" y="4428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9" name="椭圆 58"/>
          <p:cNvSpPr/>
          <p:nvPr userDrawn="1">
            <p:custDataLst>
              <p:tags r:id="rId9"/>
            </p:custDataLst>
          </p:nvPr>
        </p:nvSpPr>
        <p:spPr>
          <a:xfrm>
            <a:off x="11670665" y="44437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8" name="椭圆 47"/>
          <p:cNvSpPr/>
          <p:nvPr userDrawn="1">
            <p:custDataLst>
              <p:tags r:id="rId10"/>
            </p:custDataLst>
          </p:nvPr>
        </p:nvSpPr>
        <p:spPr>
          <a:xfrm>
            <a:off x="9775190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9" name="椭圆 48"/>
          <p:cNvSpPr/>
          <p:nvPr userDrawn="1">
            <p:custDataLst>
              <p:tags r:id="rId11"/>
            </p:custDataLst>
          </p:nvPr>
        </p:nvSpPr>
        <p:spPr>
          <a:xfrm>
            <a:off x="1015428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0" name="椭圆 49"/>
          <p:cNvSpPr/>
          <p:nvPr userDrawn="1">
            <p:custDataLst>
              <p:tags r:id="rId12"/>
            </p:custDataLst>
          </p:nvPr>
        </p:nvSpPr>
        <p:spPr>
          <a:xfrm>
            <a:off x="1053338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1" name="椭圆 50"/>
          <p:cNvSpPr/>
          <p:nvPr userDrawn="1">
            <p:custDataLst>
              <p:tags r:id="rId13"/>
            </p:custDataLst>
          </p:nvPr>
        </p:nvSpPr>
        <p:spPr>
          <a:xfrm>
            <a:off x="10912475" y="4815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椭圆 51"/>
          <p:cNvSpPr/>
          <p:nvPr userDrawn="1">
            <p:custDataLst>
              <p:tags r:id="rId14"/>
            </p:custDataLst>
          </p:nvPr>
        </p:nvSpPr>
        <p:spPr>
          <a:xfrm>
            <a:off x="11291570" y="4807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椭圆 52"/>
          <p:cNvSpPr/>
          <p:nvPr userDrawn="1">
            <p:custDataLst>
              <p:tags r:id="rId15"/>
            </p:custDataLst>
          </p:nvPr>
        </p:nvSpPr>
        <p:spPr>
          <a:xfrm>
            <a:off x="11670665" y="482282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2" name="椭圆 41"/>
          <p:cNvSpPr/>
          <p:nvPr userDrawn="1">
            <p:custDataLst>
              <p:tags r:id="rId16"/>
            </p:custDataLst>
          </p:nvPr>
        </p:nvSpPr>
        <p:spPr>
          <a:xfrm>
            <a:off x="9775190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3" name="椭圆 42"/>
          <p:cNvSpPr/>
          <p:nvPr userDrawn="1">
            <p:custDataLst>
              <p:tags r:id="rId17"/>
            </p:custDataLst>
          </p:nvPr>
        </p:nvSpPr>
        <p:spPr>
          <a:xfrm>
            <a:off x="1015428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4" name="椭圆 43"/>
          <p:cNvSpPr/>
          <p:nvPr userDrawn="1">
            <p:custDataLst>
              <p:tags r:id="rId18"/>
            </p:custDataLst>
          </p:nvPr>
        </p:nvSpPr>
        <p:spPr>
          <a:xfrm>
            <a:off x="1053338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椭圆 44"/>
          <p:cNvSpPr/>
          <p:nvPr userDrawn="1">
            <p:custDataLst>
              <p:tags r:id="rId19"/>
            </p:custDataLst>
          </p:nvPr>
        </p:nvSpPr>
        <p:spPr>
          <a:xfrm>
            <a:off x="10912475" y="51943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6" name="椭圆 45"/>
          <p:cNvSpPr/>
          <p:nvPr userDrawn="1">
            <p:custDataLst>
              <p:tags r:id="rId20"/>
            </p:custDataLst>
          </p:nvPr>
        </p:nvSpPr>
        <p:spPr>
          <a:xfrm>
            <a:off x="11291570" y="51866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7" name="椭圆 46"/>
          <p:cNvSpPr/>
          <p:nvPr userDrawn="1">
            <p:custDataLst>
              <p:tags r:id="rId21"/>
            </p:custDataLst>
          </p:nvPr>
        </p:nvSpPr>
        <p:spPr>
          <a:xfrm>
            <a:off x="11670665" y="52019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椭圆 35"/>
          <p:cNvSpPr/>
          <p:nvPr userDrawn="1">
            <p:custDataLst>
              <p:tags r:id="rId22"/>
            </p:custDataLst>
          </p:nvPr>
        </p:nvSpPr>
        <p:spPr>
          <a:xfrm>
            <a:off x="9775190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椭圆 36"/>
          <p:cNvSpPr/>
          <p:nvPr userDrawn="1">
            <p:custDataLst>
              <p:tags r:id="rId23"/>
            </p:custDataLst>
          </p:nvPr>
        </p:nvSpPr>
        <p:spPr>
          <a:xfrm>
            <a:off x="1015428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椭圆 37"/>
          <p:cNvSpPr/>
          <p:nvPr userDrawn="1">
            <p:custDataLst>
              <p:tags r:id="rId24"/>
            </p:custDataLst>
          </p:nvPr>
        </p:nvSpPr>
        <p:spPr>
          <a:xfrm>
            <a:off x="1053338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椭圆 38"/>
          <p:cNvSpPr/>
          <p:nvPr userDrawn="1">
            <p:custDataLst>
              <p:tags r:id="rId25"/>
            </p:custDataLst>
          </p:nvPr>
        </p:nvSpPr>
        <p:spPr>
          <a:xfrm>
            <a:off x="10912475" y="55733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0" name="椭圆 39"/>
          <p:cNvSpPr/>
          <p:nvPr userDrawn="1">
            <p:custDataLst>
              <p:tags r:id="rId26"/>
            </p:custDataLst>
          </p:nvPr>
        </p:nvSpPr>
        <p:spPr>
          <a:xfrm>
            <a:off x="11291570" y="55657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41" name="椭圆 40"/>
          <p:cNvSpPr/>
          <p:nvPr userDrawn="1">
            <p:custDataLst>
              <p:tags r:id="rId27"/>
            </p:custDataLst>
          </p:nvPr>
        </p:nvSpPr>
        <p:spPr>
          <a:xfrm>
            <a:off x="11670665" y="55810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0" name="椭圆 29"/>
          <p:cNvSpPr/>
          <p:nvPr userDrawn="1">
            <p:custDataLst>
              <p:tags r:id="rId28"/>
            </p:custDataLst>
          </p:nvPr>
        </p:nvSpPr>
        <p:spPr>
          <a:xfrm>
            <a:off x="9775190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1" name="椭圆 30"/>
          <p:cNvSpPr/>
          <p:nvPr userDrawn="1">
            <p:custDataLst>
              <p:tags r:id="rId29"/>
            </p:custDataLst>
          </p:nvPr>
        </p:nvSpPr>
        <p:spPr>
          <a:xfrm>
            <a:off x="1015428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2" name="椭圆 31"/>
          <p:cNvSpPr/>
          <p:nvPr userDrawn="1">
            <p:custDataLst>
              <p:tags r:id="rId30"/>
            </p:custDataLst>
          </p:nvPr>
        </p:nvSpPr>
        <p:spPr>
          <a:xfrm>
            <a:off x="1053338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3" name="椭圆 32"/>
          <p:cNvSpPr/>
          <p:nvPr userDrawn="1">
            <p:custDataLst>
              <p:tags r:id="rId31"/>
            </p:custDataLst>
          </p:nvPr>
        </p:nvSpPr>
        <p:spPr>
          <a:xfrm>
            <a:off x="10912475" y="59524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4" name="椭圆 33"/>
          <p:cNvSpPr/>
          <p:nvPr userDrawn="1">
            <p:custDataLst>
              <p:tags r:id="rId32"/>
            </p:custDataLst>
          </p:nvPr>
        </p:nvSpPr>
        <p:spPr>
          <a:xfrm>
            <a:off x="11291570" y="594487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35" name="椭圆 34"/>
          <p:cNvSpPr/>
          <p:nvPr userDrawn="1">
            <p:custDataLst>
              <p:tags r:id="rId33"/>
            </p:custDataLst>
          </p:nvPr>
        </p:nvSpPr>
        <p:spPr>
          <a:xfrm>
            <a:off x="11670665" y="59601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 userDrawn="1">
            <p:custDataLst>
              <p:tags r:id="rId34"/>
            </p:custDataLst>
          </p:nvPr>
        </p:nvSpPr>
        <p:spPr>
          <a:xfrm>
            <a:off x="9775190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5" name="椭圆 24"/>
          <p:cNvSpPr/>
          <p:nvPr userDrawn="1">
            <p:custDataLst>
              <p:tags r:id="rId35"/>
            </p:custDataLst>
          </p:nvPr>
        </p:nvSpPr>
        <p:spPr>
          <a:xfrm>
            <a:off x="1015428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6" name="椭圆 25"/>
          <p:cNvSpPr/>
          <p:nvPr userDrawn="1">
            <p:custDataLst>
              <p:tags r:id="rId36"/>
            </p:custDataLst>
          </p:nvPr>
        </p:nvSpPr>
        <p:spPr>
          <a:xfrm>
            <a:off x="1053338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7" name="椭圆 26"/>
          <p:cNvSpPr/>
          <p:nvPr userDrawn="1">
            <p:custDataLst>
              <p:tags r:id="rId37"/>
            </p:custDataLst>
          </p:nvPr>
        </p:nvSpPr>
        <p:spPr>
          <a:xfrm>
            <a:off x="10912475" y="63315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8" name="椭圆 27"/>
          <p:cNvSpPr/>
          <p:nvPr userDrawn="1">
            <p:custDataLst>
              <p:tags r:id="rId38"/>
            </p:custDataLst>
          </p:nvPr>
        </p:nvSpPr>
        <p:spPr>
          <a:xfrm>
            <a:off x="11291570" y="63239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9" name="椭圆 28"/>
          <p:cNvSpPr/>
          <p:nvPr userDrawn="1">
            <p:custDataLst>
              <p:tags r:id="rId39"/>
            </p:custDataLst>
          </p:nvPr>
        </p:nvSpPr>
        <p:spPr>
          <a:xfrm>
            <a:off x="11670665" y="633920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2" name="椭圆 71"/>
          <p:cNvSpPr/>
          <p:nvPr userDrawn="1">
            <p:custDataLst>
              <p:tags r:id="rId40"/>
            </p:custDataLst>
          </p:nvPr>
        </p:nvSpPr>
        <p:spPr>
          <a:xfrm>
            <a:off x="29019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3" name="椭圆 72"/>
          <p:cNvSpPr/>
          <p:nvPr userDrawn="1">
            <p:custDataLst>
              <p:tags r:id="rId41"/>
            </p:custDataLst>
          </p:nvPr>
        </p:nvSpPr>
        <p:spPr>
          <a:xfrm>
            <a:off x="669290" y="28702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4" name="椭圆 73"/>
          <p:cNvSpPr/>
          <p:nvPr userDrawn="1">
            <p:custDataLst>
              <p:tags r:id="rId42"/>
            </p:custDataLst>
          </p:nvPr>
        </p:nvSpPr>
        <p:spPr>
          <a:xfrm>
            <a:off x="1048385" y="27940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5" name="椭圆 74"/>
          <p:cNvSpPr/>
          <p:nvPr userDrawn="1">
            <p:custDataLst>
              <p:tags r:id="rId43"/>
            </p:custDataLst>
          </p:nvPr>
        </p:nvSpPr>
        <p:spPr>
          <a:xfrm>
            <a:off x="1427480" y="2946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8" name="椭圆 67"/>
          <p:cNvSpPr/>
          <p:nvPr userDrawn="1">
            <p:custDataLst>
              <p:tags r:id="rId44"/>
            </p:custDataLst>
          </p:nvPr>
        </p:nvSpPr>
        <p:spPr>
          <a:xfrm>
            <a:off x="29019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9" name="椭圆 68"/>
          <p:cNvSpPr/>
          <p:nvPr userDrawn="1">
            <p:custDataLst>
              <p:tags r:id="rId45"/>
            </p:custDataLst>
          </p:nvPr>
        </p:nvSpPr>
        <p:spPr>
          <a:xfrm>
            <a:off x="669290" y="66611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0" name="椭圆 69"/>
          <p:cNvSpPr/>
          <p:nvPr userDrawn="1">
            <p:custDataLst>
              <p:tags r:id="rId46"/>
            </p:custDataLst>
          </p:nvPr>
        </p:nvSpPr>
        <p:spPr>
          <a:xfrm>
            <a:off x="1048385" y="65849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71" name="椭圆 70"/>
          <p:cNvSpPr/>
          <p:nvPr userDrawn="1">
            <p:custDataLst>
              <p:tags r:id="rId47"/>
            </p:custDataLst>
          </p:nvPr>
        </p:nvSpPr>
        <p:spPr>
          <a:xfrm>
            <a:off x="1427480" y="6737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4" name="椭圆 63"/>
          <p:cNvSpPr/>
          <p:nvPr userDrawn="1">
            <p:custDataLst>
              <p:tags r:id="rId48"/>
            </p:custDataLst>
          </p:nvPr>
        </p:nvSpPr>
        <p:spPr>
          <a:xfrm>
            <a:off x="29019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5" name="椭圆 64"/>
          <p:cNvSpPr/>
          <p:nvPr userDrawn="1">
            <p:custDataLst>
              <p:tags r:id="rId49"/>
            </p:custDataLst>
          </p:nvPr>
        </p:nvSpPr>
        <p:spPr>
          <a:xfrm>
            <a:off x="669290" y="104521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6" name="椭圆 65"/>
          <p:cNvSpPr/>
          <p:nvPr userDrawn="1">
            <p:custDataLst>
              <p:tags r:id="rId50"/>
            </p:custDataLst>
          </p:nvPr>
        </p:nvSpPr>
        <p:spPr>
          <a:xfrm>
            <a:off x="1048385" y="103759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67" name="椭圆 66"/>
          <p:cNvSpPr/>
          <p:nvPr userDrawn="1">
            <p:custDataLst>
              <p:tags r:id="rId51"/>
            </p:custDataLst>
          </p:nvPr>
        </p:nvSpPr>
        <p:spPr>
          <a:xfrm>
            <a:off x="1427480" y="105283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2"/>
            </p:custDataLst>
          </p:nvPr>
        </p:nvSpPr>
        <p:spPr>
          <a:xfrm>
            <a:off x="1183004" y="1256030"/>
            <a:ext cx="6032065" cy="227617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6"/>
            </p:custDataLst>
          </p:nvPr>
        </p:nvSpPr>
        <p:spPr>
          <a:xfrm>
            <a:off x="1183004" y="3871785"/>
            <a:ext cx="603206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8" name="任意多边形: 形状 7" descr="preencoded.png"/>
          <p:cNvSpPr/>
          <p:nvPr userDrawn="1">
            <p:custDataLst>
              <p:tags r:id="rId57"/>
            </p:custDataLst>
          </p:nvPr>
        </p:nvSpPr>
        <p:spPr>
          <a:xfrm>
            <a:off x="1" y="0"/>
            <a:ext cx="2095873" cy="914400"/>
          </a:xfrm>
          <a:custGeom>
            <a:avLst/>
            <a:gdLst>
              <a:gd name="connsiteX0" fmla="*/ 0 w 2095873"/>
              <a:gd name="connsiteY0" fmla="*/ 0 h 914400"/>
              <a:gd name="connsiteX1" fmla="*/ 2095873 w 2095873"/>
              <a:gd name="connsiteY1" fmla="*/ 0 h 914400"/>
              <a:gd name="connsiteX2" fmla="*/ 2042749 w 2095873"/>
              <a:gd name="connsiteY2" fmla="*/ 112323 h 914400"/>
              <a:gd name="connsiteX3" fmla="*/ 1777581 w 2095873"/>
              <a:gd name="connsiteY3" fmla="*/ 469891 h 914400"/>
              <a:gd name="connsiteX4" fmla="*/ 1285340 w 2095873"/>
              <a:gd name="connsiteY4" fmla="*/ 798876 h 914400"/>
              <a:gd name="connsiteX5" fmla="*/ 704689 w 2095873"/>
              <a:gd name="connsiteY5" fmla="*/ 914400 h 914400"/>
              <a:gd name="connsiteX6" fmla="*/ 124042 w 2095873"/>
              <a:gd name="connsiteY6" fmla="*/ 798876 h 914400"/>
              <a:gd name="connsiteX7" fmla="*/ 0 w 2095873"/>
              <a:gd name="connsiteY7" fmla="*/ 740186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5873" h="914400">
                <a:moveTo>
                  <a:pt x="0" y="0"/>
                </a:moveTo>
                <a:lnTo>
                  <a:pt x="2095873" y="0"/>
                </a:lnTo>
                <a:lnTo>
                  <a:pt x="2042749" y="112323"/>
                </a:lnTo>
                <a:cubicBezTo>
                  <a:pt x="1972540" y="243663"/>
                  <a:pt x="1883256" y="364196"/>
                  <a:pt x="1777581" y="469891"/>
                </a:cubicBezTo>
                <a:cubicBezTo>
                  <a:pt x="1636694" y="610818"/>
                  <a:pt x="1469423" y="722607"/>
                  <a:pt x="1285340" y="798876"/>
                </a:cubicBezTo>
                <a:cubicBezTo>
                  <a:pt x="1101249" y="875144"/>
                  <a:pt x="903945" y="914400"/>
                  <a:pt x="704689" y="914400"/>
                </a:cubicBezTo>
                <a:cubicBezTo>
                  <a:pt x="505434" y="914400"/>
                  <a:pt x="308130" y="875144"/>
                  <a:pt x="124042" y="798876"/>
                </a:cubicBezTo>
                <a:lnTo>
                  <a:pt x="0" y="740186"/>
                </a:ln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tags" Target="../tags/tag237.xml"/><Relationship Id="rId14" Type="http://schemas.openxmlformats.org/officeDocument/2006/relationships/tags" Target="../tags/tag238.xml"/><Relationship Id="rId15" Type="http://schemas.openxmlformats.org/officeDocument/2006/relationships/tags" Target="../tags/tag239.xml"/><Relationship Id="rId16" Type="http://schemas.openxmlformats.org/officeDocument/2006/relationships/tags" Target="../tags/tag240.xml"/><Relationship Id="rId17" Type="http://schemas.openxmlformats.org/officeDocument/2006/relationships/tags" Target="../tags/tag241.xml"/><Relationship Id="rId18" Type="http://schemas.openxmlformats.org/officeDocument/2006/relationships/tags" Target="../tags/tag242.xml"/><Relationship Id="rId19" Type="http://schemas.openxmlformats.org/officeDocument/2006/relationships/tags" Target="../tags/tag243.xml"/><Relationship Id="rId20" Type="http://schemas.openxmlformats.org/officeDocument/2006/relationships/tags" Target="../tags/tag244.xml"/><Relationship Id="rId21" Type="http://schemas.openxmlformats.org/officeDocument/2006/relationships/tags" Target="../tags/tag245.xml"/><Relationship Id="rId22" Type="http://schemas.openxmlformats.org/officeDocument/2006/relationships/tags" Target="../tags/tag246.xml"/><Relationship Id="rId23" Type="http://schemas.openxmlformats.org/officeDocument/2006/relationships/tags" Target="../tags/tag247.xml"/><Relationship Id="rId24" Type="http://schemas.openxmlformats.org/officeDocument/2006/relationships/tags" Target="../tags/tag248.xml"/><Relationship Id="rId25" Type="http://schemas.openxmlformats.org/officeDocument/2006/relationships/tags" Target="../tags/tag249.xml"/><Relationship Id="rId26" Type="http://schemas.openxmlformats.org/officeDocument/2006/relationships/tags" Target="../tags/tag250.xml"/><Relationship Id="rId27" Type="http://schemas.openxmlformats.org/officeDocument/2006/relationships/tags" Target="../tags/tag251.xml"/><Relationship Id="rId28" Type="http://schemas.openxmlformats.org/officeDocument/2006/relationships/tags" Target="../tags/tag252.xml"/><Relationship Id="rId2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-13447" y="6019834"/>
            <a:ext cx="12205447" cy="858261"/>
            <a:chOff x="-13447" y="6019834"/>
            <a:chExt cx="12205447" cy="858261"/>
          </a:xfrm>
        </p:grpSpPr>
        <p:sp>
          <p:nvSpPr>
            <p:cNvPr id="8" name="Rectangle 7"/>
            <p:cNvSpPr/>
            <p:nvPr userDrawn="1"/>
          </p:nvSpPr>
          <p:spPr>
            <a:xfrm>
              <a:off x="-13447" y="6334780"/>
              <a:ext cx="12205447" cy="523220"/>
            </a:xfrm>
            <a:prstGeom prst="rect">
              <a:avLst/>
            </a:prstGeom>
            <a:gradFill flip="none" rotWithShape="1">
              <a:gsLst>
                <a:gs pos="0">
                  <a:srgbClr val="004071">
                    <a:shade val="30000"/>
                    <a:satMod val="115000"/>
                  </a:srgbClr>
                </a:gs>
                <a:gs pos="50000">
                  <a:srgbClr val="004071">
                    <a:shade val="67500"/>
                    <a:satMod val="115000"/>
                  </a:srgbClr>
                </a:gs>
                <a:gs pos="100000">
                  <a:srgbClr val="004071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solidFill>
                <a:srgbClr val="00407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pic>
          <p:nvPicPr>
            <p:cNvPr id="9" name="Picture 8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346635" y="6019834"/>
              <a:ext cx="872565" cy="858261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 userDrawn="1"/>
          </p:nvSpPr>
          <p:spPr>
            <a:xfrm>
              <a:off x="1219200" y="6365557"/>
              <a:ext cx="3543719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x-none" sz="1200" b="0" dirty="0">
                  <a:solidFill>
                    <a:schemeClr val="bg1"/>
                  </a:solidFill>
                </a:rPr>
                <a:t>FACULTY OF COMPUTING</a:t>
              </a:r>
              <a:endParaRPr lang="x-none" sz="1200" b="0" dirty="0">
                <a:solidFill>
                  <a:schemeClr val="bg1"/>
                </a:solidFill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x-none" sz="1200" b="0" dirty="0">
                  <a:solidFill>
                    <a:schemeClr val="bg1"/>
                  </a:solidFill>
                </a:rPr>
                <a:t>SABARAGAMUWA UNIVERSITY OF SRI LANKA</a:t>
              </a:r>
              <a:endParaRPr lang="x-none" sz="1200" b="0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7811664" y="6365557"/>
              <a:ext cx="287020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x-none" sz="1200" b="0" dirty="0">
                  <a:solidFill>
                    <a:schemeClr val="bg1"/>
                  </a:solidFill>
                </a:rPr>
                <a:t>DEFENSE : </a:t>
              </a:r>
              <a:endParaRPr lang="x-none" sz="1200" b="0" dirty="0">
                <a:solidFill>
                  <a:schemeClr val="bg1"/>
                </a:solidFill>
              </a:endParaRPr>
            </a:p>
            <a:p>
              <a:r>
                <a:rPr lang="x-none" sz="1200" b="0" dirty="0">
                  <a:solidFill>
                    <a:schemeClr val="bg1"/>
                  </a:solidFill>
                </a:rPr>
                <a:t>DEPARTMENT OF SOFTWARE ENGINEERING</a:t>
              </a:r>
              <a:endParaRPr lang="x-none" sz="1200" b="0" dirty="0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12"/>
          <p:cNvSpPr/>
          <p:nvPr userDrawn="1"/>
        </p:nvSpPr>
        <p:spPr>
          <a:xfrm>
            <a:off x="-13448" y="-12700"/>
            <a:ext cx="12205447" cy="1104900"/>
          </a:xfrm>
          <a:prstGeom prst="rect">
            <a:avLst/>
          </a:prstGeom>
          <a:gradFill flip="none" rotWithShape="1">
            <a:gsLst>
              <a:gs pos="0">
                <a:srgbClr val="004071">
                  <a:shade val="30000"/>
                  <a:satMod val="115000"/>
                </a:srgbClr>
              </a:gs>
              <a:gs pos="50000">
                <a:srgbClr val="004071">
                  <a:shade val="67500"/>
                  <a:satMod val="115000"/>
                </a:srgbClr>
              </a:gs>
              <a:gs pos="100000">
                <a:srgbClr val="004071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solidFill>
              <a:srgbClr val="00407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5466873" y="6380945"/>
            <a:ext cx="16408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COMMUNITY</a:t>
            </a:r>
            <a:r>
              <a:rPr lang="x-none" sz="1200" b="1">
                <a:solidFill>
                  <a:schemeClr val="bg1"/>
                </a:solidFill>
              </a:rPr>
              <a:t> </a:t>
            </a:r>
            <a:r>
              <a:rPr lang="x-none" sz="1200" b="1" dirty="0">
                <a:solidFill>
                  <a:schemeClr val="bg1"/>
                </a:solidFill>
              </a:rPr>
              <a:t>PROJECT </a:t>
            </a:r>
            <a:endParaRPr lang="x-none" sz="1200" b="1" dirty="0">
              <a:solidFill>
                <a:schemeClr val="bg1"/>
              </a:solidFill>
            </a:endParaRPr>
          </a:p>
          <a:p>
            <a:pPr algn="ctr"/>
            <a:r>
              <a:rPr lang="x-none" sz="1200" b="1">
                <a:solidFill>
                  <a:schemeClr val="bg1"/>
                </a:solidFill>
              </a:rPr>
              <a:t>SE</a:t>
            </a:r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x-none" sz="1200" b="1">
                <a:solidFill>
                  <a:schemeClr val="bg1"/>
                </a:solidFill>
              </a:rPr>
              <a:t>10</a:t>
            </a: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x-none" sz="12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>
                <a:latin typeface="+mj-lt"/>
              </a:rPr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6" name="任意多边形: 形状 25" descr="preencoded.png"/>
          <p:cNvSpPr/>
          <p:nvPr>
            <p:custDataLst>
              <p:tags r:id="rId18"/>
            </p:custDataLst>
          </p:nvPr>
        </p:nvSpPr>
        <p:spPr>
          <a:xfrm>
            <a:off x="46857" y="0"/>
            <a:ext cx="1799094" cy="621793"/>
          </a:xfrm>
          <a:custGeom>
            <a:avLst/>
            <a:gdLst>
              <a:gd name="connsiteX0" fmla="*/ 0 w 1799094"/>
              <a:gd name="connsiteY0" fmla="*/ 0 h 621793"/>
              <a:gd name="connsiteX1" fmla="*/ 1799094 w 1799094"/>
              <a:gd name="connsiteY1" fmla="*/ 0 h 621793"/>
              <a:gd name="connsiteX2" fmla="*/ 1773910 w 1799094"/>
              <a:gd name="connsiteY2" fmla="*/ 77363 h 621793"/>
              <a:gd name="connsiteX3" fmla="*/ 1568750 w 1799094"/>
              <a:gd name="connsiteY3" fmla="*/ 363481 h 621793"/>
              <a:gd name="connsiteX4" fmla="*/ 1261721 w 1799094"/>
              <a:gd name="connsiteY4" fmla="*/ 554659 h 621793"/>
              <a:gd name="connsiteX5" fmla="*/ 899547 w 1799094"/>
              <a:gd name="connsiteY5" fmla="*/ 621793 h 621793"/>
              <a:gd name="connsiteX6" fmla="*/ 537374 w 1799094"/>
              <a:gd name="connsiteY6" fmla="*/ 554659 h 621793"/>
              <a:gd name="connsiteX7" fmla="*/ 230338 w 1799094"/>
              <a:gd name="connsiteY7" fmla="*/ 363481 h 621793"/>
              <a:gd name="connsiteX8" fmla="*/ 25184 w 1799094"/>
              <a:gd name="connsiteY8" fmla="*/ 77363 h 621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99094" h="621793">
                <a:moveTo>
                  <a:pt x="0" y="0"/>
                </a:moveTo>
                <a:lnTo>
                  <a:pt x="1799094" y="0"/>
                </a:lnTo>
                <a:lnTo>
                  <a:pt x="1773910" y="77363"/>
                </a:lnTo>
                <a:cubicBezTo>
                  <a:pt x="1726349" y="184363"/>
                  <a:pt x="1656632" y="281586"/>
                  <a:pt x="1568750" y="363481"/>
                </a:cubicBezTo>
                <a:cubicBezTo>
                  <a:pt x="1480868" y="445376"/>
                  <a:pt x="1376547" y="510338"/>
                  <a:pt x="1261721" y="554659"/>
                </a:cubicBezTo>
                <a:cubicBezTo>
                  <a:pt x="1146898" y="598980"/>
                  <a:pt x="1023831" y="621793"/>
                  <a:pt x="899547" y="621793"/>
                </a:cubicBezTo>
                <a:cubicBezTo>
                  <a:pt x="775263" y="621793"/>
                  <a:pt x="652196" y="598980"/>
                  <a:pt x="537374" y="554659"/>
                </a:cubicBezTo>
                <a:cubicBezTo>
                  <a:pt x="422551" y="510338"/>
                  <a:pt x="318220" y="445376"/>
                  <a:pt x="230338" y="363481"/>
                </a:cubicBezTo>
                <a:cubicBezTo>
                  <a:pt x="142457" y="281587"/>
                  <a:pt x="72745" y="184363"/>
                  <a:pt x="25184" y="77363"/>
                </a:cubicBezTo>
                <a:close/>
              </a:path>
            </a:pathLst>
          </a:custGeom>
          <a:solidFill>
            <a:schemeClr val="accent2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椭圆 20"/>
          <p:cNvSpPr/>
          <p:nvPr>
            <p:custDataLst>
              <p:tags r:id="rId19"/>
            </p:custDataLst>
          </p:nvPr>
        </p:nvSpPr>
        <p:spPr>
          <a:xfrm>
            <a:off x="10922635" y="566356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椭圆 21"/>
          <p:cNvSpPr/>
          <p:nvPr>
            <p:custDataLst>
              <p:tags r:id="rId20"/>
            </p:custDataLst>
          </p:nvPr>
        </p:nvSpPr>
        <p:spPr>
          <a:xfrm>
            <a:off x="11301730" y="565594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椭圆 22"/>
          <p:cNvSpPr/>
          <p:nvPr>
            <p:custDataLst>
              <p:tags r:id="rId21"/>
            </p:custDataLst>
          </p:nvPr>
        </p:nvSpPr>
        <p:spPr>
          <a:xfrm>
            <a:off x="11680825" y="567118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椭圆 17"/>
          <p:cNvSpPr/>
          <p:nvPr>
            <p:custDataLst>
              <p:tags r:id="rId22"/>
            </p:custDataLst>
          </p:nvPr>
        </p:nvSpPr>
        <p:spPr>
          <a:xfrm>
            <a:off x="10922635" y="604266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椭圆 18"/>
          <p:cNvSpPr/>
          <p:nvPr>
            <p:custDataLst>
              <p:tags r:id="rId23"/>
            </p:custDataLst>
          </p:nvPr>
        </p:nvSpPr>
        <p:spPr>
          <a:xfrm>
            <a:off x="11301730" y="603504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椭圆 19"/>
          <p:cNvSpPr/>
          <p:nvPr>
            <p:custDataLst>
              <p:tags r:id="rId24"/>
            </p:custDataLst>
          </p:nvPr>
        </p:nvSpPr>
        <p:spPr>
          <a:xfrm>
            <a:off x="11680825" y="6050280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椭圆 14"/>
          <p:cNvSpPr/>
          <p:nvPr>
            <p:custDataLst>
              <p:tags r:id="rId25"/>
            </p:custDataLst>
          </p:nvPr>
        </p:nvSpPr>
        <p:spPr>
          <a:xfrm>
            <a:off x="10922635" y="642175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椭圆 15"/>
          <p:cNvSpPr/>
          <p:nvPr>
            <p:custDataLst>
              <p:tags r:id="rId26"/>
            </p:custDataLst>
          </p:nvPr>
        </p:nvSpPr>
        <p:spPr>
          <a:xfrm>
            <a:off x="11301730" y="641413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椭圆 16"/>
          <p:cNvSpPr/>
          <p:nvPr>
            <p:custDataLst>
              <p:tags r:id="rId27"/>
            </p:custDataLst>
          </p:nvPr>
        </p:nvSpPr>
        <p:spPr>
          <a:xfrm>
            <a:off x="11680825" y="6429375"/>
            <a:ext cx="134620" cy="13462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53.xml"/><Relationship Id="rId2" Type="http://schemas.openxmlformats.org/officeDocument/2006/relationships/tags" Target="../tags/tag254.xml"/><Relationship Id="rId3" Type="http://schemas.openxmlformats.org/officeDocument/2006/relationships/tags" Target="../tags/tag255.xml"/><Relationship Id="rId4" Type="http://schemas.openxmlformats.org/officeDocument/2006/relationships/tags" Target="../tags/tag256.xml"/><Relationship Id="rId5" Type="http://schemas.openxmlformats.org/officeDocument/2006/relationships/tags" Target="../tags/tag257.xml"/><Relationship Id="rId6" Type="http://schemas.openxmlformats.org/officeDocument/2006/relationships/tags" Target="../tags/tag258.xml"/><Relationship Id="rId7" Type="http://schemas.openxmlformats.org/officeDocument/2006/relationships/image" Target="../media/image2.png"/><Relationship Id="rId8" Type="http://schemas.openxmlformats.org/officeDocument/2006/relationships/tags" Target="../tags/tag259.xml"/><Relationship Id="rId9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60.xml"/><Relationship Id="rId2" Type="http://schemas.openxmlformats.org/officeDocument/2006/relationships/tags" Target="../tags/tag261.xml"/><Relationship Id="rId3" Type="http://schemas.openxmlformats.org/officeDocument/2006/relationships/tags" Target="../tags/tag262.xml"/><Relationship Id="rId4" Type="http://schemas.openxmlformats.org/officeDocument/2006/relationships/tags" Target="../tags/tag263.xml"/><Relationship Id="rId5" Type="http://schemas.openxmlformats.org/officeDocument/2006/relationships/slideLayout" Target="../slideLayouts/slideLayout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64.xml"/><Relationship Id="rId2" Type="http://schemas.openxmlformats.org/officeDocument/2006/relationships/tags" Target="../tags/tag265.xml"/><Relationship Id="rId3" Type="http://schemas.openxmlformats.org/officeDocument/2006/relationships/tags" Target="../tags/tag266.xml"/><Relationship Id="rId4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267.xml"/><Relationship Id="rId2" Type="http://schemas.openxmlformats.org/officeDocument/2006/relationships/tags" Target="../tags/tag268.xml"/><Relationship Id="rId3" Type="http://schemas.openxmlformats.org/officeDocument/2006/relationships/tags" Target="../tags/tag269.xml"/><Relationship Id="rId4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70.xml"/><Relationship Id="rId2" Type="http://schemas.openxmlformats.org/officeDocument/2006/relationships/tags" Target="../tags/tag271.xml"/><Relationship Id="rId3" Type="http://schemas.openxmlformats.org/officeDocument/2006/relationships/tags" Target="../tags/tag272.xml"/><Relationship Id="rId4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273.xml"/><Relationship Id="rId2" Type="http://schemas.openxmlformats.org/officeDocument/2006/relationships/tags" Target="../tags/tag274.xml"/><Relationship Id="rId3" Type="http://schemas.openxmlformats.org/officeDocument/2006/relationships/tags" Target="../tags/tag275.xml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slideLayout" Target="../slideLayouts/slideLayout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279.xml"/><Relationship Id="rId2" Type="http://schemas.openxmlformats.org/officeDocument/2006/relationships/tags" Target="../tags/tag280.xml"/><Relationship Id="rId3" Type="http://schemas.openxmlformats.org/officeDocument/2006/relationships/tags" Target="../tags/tag281.xml"/><Relationship Id="rId4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282.xml"/><Relationship Id="rId2" Type="http://schemas.openxmlformats.org/officeDocument/2006/relationships/tags" Target="../tags/tag283.xml"/><Relationship Id="rId3" Type="http://schemas.openxmlformats.org/officeDocument/2006/relationships/tags" Target="../tags/tag284.xml"/><Relationship Id="rId4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285.xml"/><Relationship Id="rId2" Type="http://schemas.openxmlformats.org/officeDocument/2006/relationships/tags" Target="../tags/tag286.xml"/><Relationship Id="rId3" Type="http://schemas.openxmlformats.org/officeDocument/2006/relationships/tags" Target="../tags/tag287.xml"/><Relationship Id="rId4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288.xml"/><Relationship Id="rId2" Type="http://schemas.openxmlformats.org/officeDocument/2006/relationships/tags" Target="../tags/tag289.xml"/><Relationship Id="rId3" Type="http://schemas.openxmlformats.org/officeDocument/2006/relationships/tags" Target="../tags/tag290.xml"/><Relationship Id="rId4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91.xml"/><Relationship Id="rId2" Type="http://schemas.openxmlformats.org/officeDocument/2006/relationships/tags" Target="../tags/tag292.xml"/><Relationship Id="rId3" Type="http://schemas.openxmlformats.org/officeDocument/2006/relationships/tags" Target="../tags/tag293.xml"/><Relationship Id="rId4" Type="http://schemas.openxmlformats.org/officeDocument/2006/relationships/slideLayout" Target="../slideLayouts/slideLayout1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94.xml"/><Relationship Id="rId2" Type="http://schemas.openxmlformats.org/officeDocument/2006/relationships/tags" Target="../tags/tag295.xml"/><Relationship Id="rId3" Type="http://schemas.openxmlformats.org/officeDocument/2006/relationships/tags" Target="../tags/tag296.xml"/><Relationship Id="rId4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97.xml"/><Relationship Id="rId2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sz="quarter" idx="17"/>
            <p:custDataLst>
              <p:tags r:id="rId1"/>
            </p:custDataLst>
          </p:nvPr>
        </p:nvSpPr>
        <p:spPr>
          <a:xfrm>
            <a:off x="4384040" y="2134235"/>
            <a:ext cx="3514090" cy="504190"/>
          </a:xfrm>
        </p:spPr>
        <p:txBody>
          <a:bodyPr>
            <a:noAutofit/>
          </a:bodyPr>
          <a:p>
            <a:pPr/>
            <a:r>
              <a:rPr lang="en-US" dirty="0" sz="2000" b="1"/>
              <a:t>REAL-TIME FACIAL EMOTION RECOGNITION
USING MEDIAPIPE AND DEEP CNN WITH FOCAL LOSS</a:t>
            </a:r>
          </a:p>
        </p:txBody>
      </p:sp>
      <p:sp useBgFill="1">
        <p:nvSpPr>
          <p:cNvPr id="9" name="TextBox 8"/>
          <p:cNvSpPr txBox="1"/>
          <p:nvPr/>
        </p:nvSpPr>
        <p:spPr>
          <a:xfrm>
            <a:off x="3678621" y="1765738"/>
            <a:ext cx="309880" cy="368300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x-none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 userDrawn="1">
            <p:custDataLst>
              <p:tags r:id="rId2"/>
            </p:custDataLst>
          </p:nvPr>
        </p:nvSpPr>
        <p:spPr>
          <a:xfrm>
            <a:off x="-13447" y="6334780"/>
            <a:ext cx="12205447" cy="52322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 userDrawn="1">
            <p:custDataLst>
              <p:tags r:id="rId3"/>
            </p:custDataLst>
          </p:nvPr>
        </p:nvSpPr>
        <p:spPr>
          <a:xfrm>
            <a:off x="8367395" y="6471285"/>
            <a:ext cx="3676015" cy="30607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Capstone Project  in Data Science 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II</a:t>
            </a:r>
            <a:r>
              <a:rPr 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-</a:t>
            </a:r>
            <a:r>
              <a:rPr lang="en-US" altLang="en-US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DS4105</a:t>
            </a:r>
            <a:endParaRPr lang="en-US" sz="1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Box 6"/>
          <p:cNvSpPr txBox="1"/>
          <p:nvPr userDrawn="1">
            <p:custDataLst>
              <p:tags r:id="rId4"/>
            </p:custDataLst>
          </p:nvPr>
        </p:nvSpPr>
        <p:spPr>
          <a:xfrm>
            <a:off x="86766" y="6471524"/>
            <a:ext cx="4185285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</a:t>
            </a:r>
            <a:r>
              <a:rPr lang="en-US" alt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epartment of</a:t>
            </a:r>
            <a:r>
              <a:rPr 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x-none" sz="1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Data Science, Faculty of Computing</a:t>
            </a:r>
            <a:endParaRPr lang="en-US" altLang="x-none" sz="1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86995" y="4678680"/>
            <a:ext cx="7349490" cy="1524000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800" b="1"/>
              <a:t>Index No        :  22CDS0439</a:t>
            </a:r>
          </a:p>
          <a:p>
            <a:pPr/>
            <a:r>
              <a:rPr lang="en-US" dirty="0" sz="1800" b="1"/>
              <a:t>Name            :  Harol Maxilan</a:t>
            </a:r>
          </a:p>
          <a:p>
            <a:pPr/>
            <a:r>
              <a:rPr lang="en-US" dirty="0" sz="1800" b="1"/>
              <a:t>Supervisor      :  Mr. Dimuthu Lakshan</a:t>
            </a:r>
          </a:p>
        </p:txBody>
      </p:sp>
      <p:pic>
        <p:nvPicPr>
          <p:cNvPr id="12" name="Picture 1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-13335" y="0"/>
            <a:ext cx="3845560" cy="1165225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366760" y="6356350"/>
            <a:ext cx="2987040" cy="421005"/>
          </a:xfrm>
        </p:spPr>
        <p:txBody>
          <a:bodyPr/>
          <a:p>
            <a:fld id="{BE5F26B5-172A-4DC2-B0B7-181CFC56B87C}" type="slidenum">
              <a:rPr lang="en-US" smtClean="0"/>
            </a:fld>
            <a:endParaRPr lang="en-US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3"/>
            <p:custDataLst>
              <p:tags r:id="rId1"/>
            </p:custDataLst>
          </p:nvPr>
        </p:nvSpPr>
        <p:spPr>
          <a:xfrm>
            <a:off x="762576" y="282859"/>
            <a:ext cx="8229600" cy="641839"/>
          </a:xfrm>
        </p:spPr>
        <p:txBody>
          <a:bodyPr/>
          <a:p>
            <a:r>
              <a:rPr lang="en-US">
                <a:latin typeface="Times New Roman" panose="02020603050405020304" charset="0"/>
                <a:ea typeface="+mj-ea"/>
                <a:cs typeface="Times New Roman" panose="02020603050405020304" charset="0"/>
              </a:rPr>
              <a:t>Contents</a:t>
            </a:r>
            <a:endParaRPr lang="en-US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8611436" y="6359582"/>
            <a:ext cx="46990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x-none" sz="1200">
                <a:solidFill>
                  <a:schemeClr val="bg1"/>
                </a:solidFill>
              </a:rPr>
              <a:t>202</a:t>
            </a:r>
            <a:r>
              <a:rPr lang="en-US" sz="1200" dirty="0">
                <a:solidFill>
                  <a:schemeClr val="bg1"/>
                </a:solidFill>
              </a:rPr>
              <a:t>5</a:t>
            </a:r>
            <a:endParaRPr lang="x-none" sz="1200" dirty="0">
              <a:solidFill>
                <a:schemeClr val="bg1"/>
              </a:solidFill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824230" y="1021715"/>
            <a:ext cx="8229600" cy="5836285"/>
          </a:xfrm>
          <a:prstGeom prst="rect">
            <a:avLst/>
          </a:prstGeom>
        </p:spPr>
        <p:txBody>
          <a:bodyPr wrap="square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800"/>
              <a:t>1.   Introduction</a:t>
            </a:r>
          </a:p>
          <a:p>
            <a:pPr/>
            <a:r>
              <a:rPr lang="en-US" dirty="0" sz="1800"/>
              <a:t>2.   Background</a:t>
            </a:r>
          </a:p>
          <a:p>
            <a:pPr/>
            <a:r>
              <a:rPr lang="en-US" dirty="0" sz="1800"/>
              <a:t>3.   Specification and Design</a:t>
            </a:r>
          </a:p>
          <a:p>
            <a:pPr/>
            <a:r>
              <a:rPr lang="en-US" dirty="0" sz="1800"/>
              <a:t>4.   Data Collection and Preprocessing</a:t>
            </a:r>
          </a:p>
          <a:p>
            <a:pPr/>
            <a:r>
              <a:rPr lang="en-US" dirty="0" sz="1800"/>
              <a:t>5.   Feature Engineering and Selection</a:t>
            </a:r>
          </a:p>
          <a:p>
            <a:pPr/>
            <a:r>
              <a:rPr lang="en-US" dirty="0" sz="1800"/>
              <a:t>6.   Model Selection, Training and Testing</a:t>
            </a:r>
          </a:p>
          <a:p>
            <a:pPr/>
            <a:r>
              <a:rPr lang="en-US" dirty="0" sz="1800"/>
              <a:t>7.   Model Deployment and Integration</a:t>
            </a:r>
          </a:p>
          <a:p>
            <a:pPr/>
            <a:r>
              <a:rPr lang="en-US" dirty="0" sz="1800"/>
              <a:t>8.   Results and Conclusion</a:t>
            </a:r>
          </a:p>
          <a:p>
            <a:pPr/>
            <a:r>
              <a:rPr lang="en-US" dirty="0" sz="1800"/>
              <a:t>9.   Future Works and Recommendations</a:t>
            </a:r>
          </a:p>
          <a:p>
            <a:pPr/>
            <a:r>
              <a:rPr lang="en-US" dirty="0" sz="1800"/>
              <a:t>10.  References</a:t>
            </a:r>
          </a:p>
          <a:p>
            <a:pPr/>
            <a:r>
              <a:rPr lang="en-US" dirty="0" sz="1800"/>
              <a:t>11.  Demonstration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561BA9-CDCF-4958-B8AB-66F3BF063E13}" type="slidenum">
              <a:rPr lang="en-US" smtClean="0"/>
            </a:fld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489868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600"/>
              <a:t>What is Facial Emotion Recognition (FER)?</a:t>
            </a:r>
          </a:p>
          <a:p>
            <a:pPr lvl="1" indent="-228600" marL="685800"/>
            <a:r>
              <a:rPr lang="en-US" dirty="0" sz="1400"/>
              <a:t>A computer looks at a face and figures out how the person feels</a:t>
            </a:r>
          </a:p>
          <a:p>
            <a:pPr lvl="1" indent="-228600" marL="685800"/>
            <a:r>
              <a:rPr lang="en-US" dirty="0" sz="1400"/>
              <a:t>Like a teacher who knows if students are confused just by looking at them</a:t>
            </a:r>
          </a:p>
          <a:p>
            <a:pPr/>
            <a:endParaRPr lang="en-US"/>
          </a:p>
          <a:p>
            <a:pPr/>
            <a:r>
              <a:rPr lang="en-US" dirty="0" sz="1600" b="1"/>
              <a:t>The Problem We Are Solving:</a:t>
            </a:r>
          </a:p>
          <a:p>
            <a:pPr lvl="1" indent="-228600" marL="685800"/>
            <a:r>
              <a:rPr lang="en-US" dirty="0" sz="1400"/>
              <a:t>People show 7 emotions: Angry, Disgust, Fear, Happy, Sad, Surprise, Neutral</a:t>
            </a:r>
          </a:p>
          <a:p>
            <a:pPr lvl="1" indent="-228600" marL="685800"/>
            <a:r>
              <a:rPr lang="en-US" dirty="0" sz="1400"/>
              <a:t>Computers cannot feel -- but they can be trained to read faces</a:t>
            </a:r>
          </a:p>
          <a:p>
            <a:pPr lvl="1" indent="-228600" marL="685800"/>
            <a:r>
              <a:rPr lang="en-US" dirty="0" sz="1400"/>
              <a:t>Existing systems struggle with rare emotions and flickering predictions</a:t>
            </a:r>
          </a:p>
          <a:p>
            <a:pPr/>
            <a:endParaRPr lang="en-US"/>
          </a:p>
          <a:p>
            <a:pPr/>
            <a:r>
              <a:rPr lang="en-US" dirty="0" sz="1600"/>
              <a:t>Why Does This Matter?</a:t>
            </a:r>
          </a:p>
          <a:p>
            <a:pPr lvl="1" indent="-228600" marL="685800"/>
            <a:r>
              <a:rPr lang="en-US" dirty="0" sz="1400"/>
              <a:t>E-learning: adapt lessons if student looks confused or bored</a:t>
            </a:r>
          </a:p>
          <a:p>
            <a:pPr lvl="1" indent="-228600" marL="685800"/>
            <a:r>
              <a:rPr lang="en-US" dirty="0" sz="1400"/>
              <a:t>Driver safety: alert driver when face shows fatigue or fear</a:t>
            </a:r>
          </a:p>
          <a:p>
            <a:pPr lvl="1" indent="-228600" marL="685800"/>
            <a:r>
              <a:rPr lang="en-US" dirty="0" sz="1400"/>
              <a:t>Mental health tools: monitor emotional trends over time</a:t>
            </a:r>
          </a:p>
          <a:p>
            <a:pPr/>
            <a:endParaRPr lang="en-US"/>
          </a:p>
          <a:p>
            <a:pPr/>
            <a:r>
              <a:rPr lang="en-US" dirty="0" sz="1600"/>
              <a:t>Scope: Real-time webcam input  =&gt;  7 emotion labels  =&gt;  30 FPS output</a:t>
            </a:r>
          </a:p>
          <a:p>
            <a:pPr lvl="1" indent="-228600" marL="685800"/>
            <a:r>
              <a:rPr lang="en-US" dirty="0" sz="1400"/>
              <a:t>Single laptop, no internet, no special hardware needed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INTRODUCTION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79220"/>
            <a:ext cx="10133330" cy="4526280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600"/>
              <a:t>Dataset Used: FER2013  (Goodfellow et al., 2013) [1]</a:t>
            </a:r>
          </a:p>
          <a:p>
            <a:pPr lvl="1" indent="-228600" marL="685800"/>
            <a:r>
              <a:rPr lang="en-US" dirty="0" sz="1400"/>
              <a:t>35,887 grayscale face images at 48 x 48 pixels</a:t>
            </a:r>
          </a:p>
          <a:p>
            <a:pPr lvl="1" indent="-228600" marL="685800"/>
            <a:r>
              <a:rPr lang="en-US" dirty="0" sz="1400"/>
              <a:t>7 emotion categories collected from Google Images</a:t>
            </a:r>
          </a:p>
          <a:p>
            <a:pPr lvl="1" indent="-228600" marL="685800"/>
            <a:r>
              <a:rPr lang="en-US" dirty="0" sz="1400"/>
              <a:t>Some images are mislabelled  --&gt;  human accuracy ceiling is about 65%</a:t>
            </a:r>
          </a:p>
          <a:p>
            <a:pPr/>
            <a:endParaRPr lang="en-US"/>
          </a:p>
          <a:p>
            <a:pPr/>
            <a:r>
              <a:rPr lang="en-US" dirty="0" sz="1600" b="1"/>
              <a:t>The Big Problem -- Class Imbalance:</a:t>
            </a:r>
          </a:p>
          <a:p>
            <a:pPr lvl="1" indent="-228600" marL="685800"/>
            <a:r>
              <a:rPr lang="en-US" dirty="0" sz="1400"/>
              <a:t>Happy class   = 7,215 training images</a:t>
            </a:r>
          </a:p>
          <a:p>
            <a:pPr lvl="1" indent="-228600" marL="685800"/>
            <a:r>
              <a:rPr lang="en-US" dirty="0" sz="1400"/>
              <a:t>Disgust class = only 436 training images  (16.5 times fewer!)</a:t>
            </a:r>
          </a:p>
          <a:p>
            <a:pPr lvl="1" indent="-228600" marL="685800"/>
            <a:r>
              <a:rPr lang="en-US" dirty="0" sz="1400"/>
              <a:t>Standard training ignores Disgust -- model barely learns it</a:t>
            </a:r>
          </a:p>
          <a:p>
            <a:pPr/>
            <a:endParaRPr lang="en-US"/>
          </a:p>
          <a:p>
            <a:pPr/>
            <a:r>
              <a:rPr lang="en-US" dirty="0" sz="1600" b="1"/>
              <a:t>Project Objectives:</a:t>
            </a:r>
          </a:p>
          <a:p>
            <a:pPr lvl="1" indent="-228600" marL="685800"/>
            <a:r>
              <a:rPr lang="en-US" dirty="0" sz="1400"/>
              <a:t>O1: Design a 4-Stage Deep CNN trained on FER2013</a:t>
            </a:r>
          </a:p>
          <a:p>
            <a:pPr lvl="1" indent="-228600" marL="685800"/>
            <a:r>
              <a:rPr lang="en-US" dirty="0" sz="1400"/>
              <a:t>O2: Apply Focal Loss + Label Smoothing to fix class imbalance</a:t>
            </a:r>
          </a:p>
          <a:p>
            <a:pPr lvl="1" indent="-228600" marL="685800"/>
            <a:r>
              <a:rPr lang="en-US" dirty="0" sz="1400"/>
              <a:t>O3: Integrate MediaPipe for fast and reliable face detection</a:t>
            </a:r>
          </a:p>
          <a:p>
            <a:pPr lvl="1" indent="-228600" marL="685800"/>
            <a:r>
              <a:rPr lang="en-US" dirty="0" sz="1400"/>
              <a:t>O4: Build a real-time system at 28-30 FPS on a regular laptop</a:t>
            </a:r>
          </a:p>
          <a:p>
            <a:pPr lvl="1" indent="-228600" marL="685800"/>
            <a:r>
              <a:rPr lang="en-US" dirty="0" sz="1400"/>
              <a:t>O5: Achieve test accuracy close to the human baseline of ~65%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BACKGROUND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67068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600" b="1"/>
              <a:t>Use Case Diagram -- 6 Use Cases:</a:t>
            </a:r>
          </a:p>
          <a:p>
            <a:pPr lvl="1" indent="-228600" marL="685800"/>
            <a:r>
              <a:rPr lang="en-US" dirty="0" sz="1400"/>
              <a:t>UC-1: Launch System</a:t>
            </a:r>
          </a:p>
          <a:p>
            <a:pPr lvl="1" indent="-228600" marL="685800"/>
            <a:r>
              <a:rPr lang="en-US" dirty="0" sz="1400"/>
              <a:t>UC-2: Capture Video Frame from webcam</a:t>
            </a:r>
          </a:p>
          <a:p>
            <a:pPr lvl="1" indent="-228600" marL="685800"/>
            <a:r>
              <a:rPr lang="en-US" dirty="0" sz="1400"/>
              <a:t>UC-3: Detect Face using MediaPipe BlazeFace</a:t>
            </a:r>
          </a:p>
          <a:p>
            <a:pPr lvl="1" indent="-228600" marL="685800"/>
            <a:r>
              <a:rPr lang="en-US" dirty="0" sz="1400"/>
              <a:t>UC-4: Preprocess the Face Region (crop, resize 48x48, normalise)</a:t>
            </a:r>
          </a:p>
          <a:p>
            <a:pPr lvl="1" indent="-228600" marL="685800"/>
            <a:r>
              <a:rPr lang="en-US" dirty="0" sz="1400"/>
              <a:t>UC-5: Classify Emotion using the 4-Stage CNN</a:t>
            </a:r>
          </a:p>
          <a:p>
            <a:pPr lvl="1" indent="-228600" marL="685800"/>
            <a:r>
              <a:rPr lang="en-US" dirty="0" sz="1400"/>
              <a:t>UC-6: Smooth Prediction and Display emotion label on screen</a:t>
            </a:r>
          </a:p>
          <a:p>
            <a:pPr/>
            <a:endParaRPr lang="en-US"/>
          </a:p>
          <a:p>
            <a:pPr/>
            <a:r>
              <a:rPr lang="en-US" dirty="0" sz="1600" b="1"/>
              <a:t>System Architecture -- 5-Stage Pipeline:</a:t>
            </a:r>
          </a:p>
          <a:p>
            <a:pPr lvl="1" indent="-228600" marL="685800"/>
            <a:r>
              <a:rPr lang="en-US" dirty="0" sz="1400"/>
              <a:t>Webcam  --&gt;  Face Detection  --&gt;  ROI Preprocessing  --&gt;  CNN  --&gt;  Display</a:t>
            </a:r>
          </a:p>
          <a:p>
            <a:pPr/>
            <a:endParaRPr lang="en-US"/>
          </a:p>
          <a:p>
            <a:pPr/>
            <a:r>
              <a:rPr lang="en-US" dirty="0" sz="1600" b="1"/>
              <a:t>Key Requirements:</a:t>
            </a:r>
          </a:p>
          <a:p>
            <a:pPr lvl="1" indent="-228600" marL="685800"/>
            <a:r>
              <a:rPr lang="en-US" dirty="0" sz="1400"/>
              <a:t>FR: Accept 720p webcam | Classify 7 emotions | 10-frame majority vote</a:t>
            </a:r>
          </a:p>
          <a:p>
            <a:pPr lvl="1" indent="-228600" marL="685800"/>
            <a:r>
              <a:rPr lang="en-US" dirty="0" sz="1400"/>
              <a:t>NFR: Min 20 FPS | Min 60% accuracy | Single-click startup on Windows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SPECIFICATION &amp; DESIGN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67068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500" b="1"/>
              <a:t>FER2013 Dataset:</a:t>
            </a:r>
          </a:p>
          <a:p>
            <a:pPr lvl="1" indent="-228600" marL="685800"/>
            <a:r>
              <a:rPr lang="en-US" dirty="0" sz="1300"/>
              <a:t>35,887 total face images (28,709 train | 7,178 test)</a:t>
            </a:r>
          </a:p>
          <a:p>
            <a:pPr lvl="1" indent="-228600" marL="685800"/>
            <a:r>
              <a:rPr lang="en-US" dirty="0" sz="1300"/>
              <a:t>48 x 48 pixels | Grayscale | 7 emotion categories</a:t>
            </a:r>
          </a:p>
          <a:p>
            <a:pPr lvl="1" indent="-228600" marL="685800"/>
            <a:r>
              <a:rPr lang="en-US" dirty="0" sz="1300"/>
              <a:t>Source: automated Google Image search (automated labelling)</a:t>
            </a:r>
          </a:p>
          <a:p>
            <a:pPr lvl="1" indent="-228600" marL="685800"/>
            <a:r>
              <a:rPr lang="en-US" dirty="0" sz="1300"/>
              <a:t>WARNING: Some images mislabelled -- human ceiling ~65%</a:t>
            </a:r>
          </a:p>
          <a:p>
            <a:pPr lvl="1" indent="-228600" marL="685800"/>
            <a:r>
              <a:rPr lang="en-US" dirty="0" sz="1300"/>
              <a:t>Disgust (436 images) vs Happy (7,215 images) = 16.5x gap!</a:t>
            </a:r>
          </a:p>
          <a:p>
            <a:pPr/>
            <a:endParaRPr lang="en-US"/>
          </a:p>
          <a:p>
            <a:pPr/>
            <a:r>
              <a:rPr lang="en-US" dirty="0" sz="1500" b="1"/>
              <a:t>Preprocessing Pipeline:</a:t>
            </a:r>
          </a:p>
          <a:p>
            <a:pPr lvl="1" indent="-228600" marL="685800"/>
            <a:r>
              <a:rPr lang="en-US" dirty="0" sz="1300"/>
              <a:t>Step 1: Load images as grayscale (color_mode='grayscale')</a:t>
            </a:r>
          </a:p>
          <a:p>
            <a:pPr lvl="1" indent="-228600" marL="685800"/>
            <a:r>
              <a:rPr lang="en-US" dirty="0" sz="1300"/>
              <a:t>Step 2: Divide pixels by 255 to get values [0.0 to 1.0]</a:t>
            </a:r>
          </a:p>
          <a:p>
            <a:pPr lvl="1" indent="-228600" marL="685800"/>
            <a:r>
              <a:rPr lang="en-US" dirty="0" sz="1300"/>
              <a:t>Step 3: Reshape to (48, 48, 1) tensor format</a:t>
            </a:r>
          </a:p>
          <a:p>
            <a:pPr lvl="1" indent="-228600" marL="685800"/>
            <a:r>
              <a:rPr lang="en-US" dirty="0" sz="1300"/>
              <a:t>Step 4: 85% training / 15% validation split (stratified)</a:t>
            </a:r>
          </a:p>
          <a:p>
            <a:pPr lvl="1" indent="-228600" marL="685800"/>
            <a:r>
              <a:rPr lang="en-US" dirty="0" sz="1300"/>
              <a:t>Step 5: Shuffle training batches each epoch</a:t>
            </a:r>
          </a:p>
          <a:p>
            <a:pPr/>
            <a:endParaRPr lang="en-US"/>
          </a:p>
          <a:p>
            <a:pPr/>
            <a:r>
              <a:rPr lang="en-US" dirty="0" sz="1500" b="1"/>
              <a:t>Data Augmentation (applied only during training):</a:t>
            </a:r>
          </a:p>
          <a:p>
            <a:pPr lvl="1" indent="-228600" marL="685800"/>
            <a:r>
              <a:rPr lang="en-US" dirty="0" sz="1300"/>
              <a:t>Rotate +/- 20 degrees | Flip left-right | Zoom +/- 15%</a:t>
            </a:r>
          </a:p>
          <a:p>
            <a:pPr lvl="1" indent="-228600" marL="685800"/>
            <a:r>
              <a:rPr lang="en-US" dirty="0" sz="1300"/>
              <a:t>Shift +/- 15% | Brightness 0.8 to 1.2 | Shear 0.15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DATA COLLECTION &amp;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PREPROCESSING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 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67068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600"/>
              <a:t>We do NOT hand-craft features -- the CNN learns them automatically</a:t>
            </a:r>
          </a:p>
          <a:p>
            <a:pPr/>
            <a:endParaRPr lang="en-US"/>
          </a:p>
          <a:p>
            <a:pPr/>
            <a:r>
              <a:rPr lang="en-US" dirty="0" sz="1600" b="1"/>
              <a:t>How Convolutional Filters Work:</a:t>
            </a:r>
          </a:p>
          <a:p>
            <a:pPr lvl="1" indent="-228600" marL="685800"/>
            <a:r>
              <a:rPr lang="en-US" dirty="0" sz="1400"/>
              <a:t>A 3x3 grid of numbers slides across the entire image</a:t>
            </a:r>
          </a:p>
          <a:p>
            <a:pPr lvl="1" indent="-228600" marL="685800"/>
            <a:r>
              <a:rPr lang="en-US" dirty="0" sz="1400"/>
              <a:t>Each filter detects a specific pattern (edges, curves, textures)</a:t>
            </a:r>
          </a:p>
          <a:p>
            <a:pPr/>
            <a:endParaRPr lang="en-US"/>
          </a:p>
          <a:p>
            <a:pPr/>
            <a:r>
              <a:rPr lang="en-US" dirty="0" sz="1600" b="1"/>
              <a:t>What Each Block Learns:</a:t>
            </a:r>
          </a:p>
          <a:p>
            <a:pPr lvl="1" indent="-228600" marL="685800"/>
            <a:r>
              <a:rPr lang="en-US" dirty="0" sz="1400"/>
              <a:t>Block 1 (64 filters):    Simple edges -- lines and corners</a:t>
            </a:r>
          </a:p>
          <a:p>
            <a:pPr lvl="1" indent="-228600" marL="685800"/>
            <a:r>
              <a:rPr lang="en-US" dirty="0" sz="1400"/>
              <a:t>Block 2 (128 filters):   Simple shapes -- eye outline, nose curve</a:t>
            </a:r>
          </a:p>
          <a:p>
            <a:pPr lvl="1" indent="-228600" marL="685800"/>
            <a:r>
              <a:rPr lang="en-US" dirty="0" sz="1400"/>
              <a:t>Block 3 (256 filters):   Face parts -- raised eyebrow, open mouth</a:t>
            </a:r>
          </a:p>
          <a:p>
            <a:pPr lvl="1" indent="-228600" marL="685800"/>
            <a:r>
              <a:rPr lang="en-US" dirty="0" sz="1400"/>
              <a:t>Block 4 (512 filters):   Full emotion patterns (Fear vs Surprise)</a:t>
            </a:r>
          </a:p>
          <a:p>
            <a:pPr/>
            <a:endParaRPr lang="en-US"/>
          </a:p>
          <a:p>
            <a:pPr/>
            <a:r>
              <a:rPr lang="en-US" dirty="0" sz="1600" b="1"/>
              <a:t>Global Average Pooling (instead of Flatten):</a:t>
            </a:r>
          </a:p>
          <a:p>
            <a:pPr lvl="1" indent="-228600" marL="685800"/>
            <a:r>
              <a:rPr lang="en-US" dirty="0" sz="1400"/>
              <a:t>Compresses 3x3 feature maps into 512 numbers</a:t>
            </a:r>
          </a:p>
          <a:p>
            <a:pPr lvl="1" indent="-228600" marL="685800"/>
            <a:r>
              <a:rPr lang="en-US" dirty="0" sz="1400"/>
              <a:t>9 times fewer parameters -- much less risk of overfitting</a:t>
            </a:r>
          </a:p>
          <a:p>
            <a:pPr/>
            <a:endParaRPr lang="en-US"/>
          </a:p>
          <a:p>
            <a:pPr/>
            <a:r>
              <a:rPr lang="en-US" dirty="0" sz="1600"/>
              <a:t>Why Grayscale? Emotion comes from facial shape, not colour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FEATURE ENGINEERING AND SELECTION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752713" y="6492875"/>
            <a:ext cx="2743200" cy="365125"/>
          </a:xfrm>
        </p:spPr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635" y="1397635"/>
            <a:ext cx="10460990" cy="1711325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500" b="1"/>
              <a:t>Model -- Custom 4-Stage Deep ConvNet:</a:t>
            </a:r>
          </a:p>
          <a:p>
            <a:pPr lvl="1" indent="-228600" marL="685800"/>
            <a:r>
              <a:rPr lang="en-US" dirty="0" sz="1300"/>
              <a:t>Input: 48x48 grayscale face image</a:t>
            </a:r>
          </a:p>
          <a:p>
            <a:pPr lvl="1" indent="-228600" marL="685800"/>
            <a:r>
              <a:rPr lang="en-US" dirty="0" sz="1300"/>
              <a:t>Block 1: Conv2D(64) x2 + BatchNorm + MaxPool + Dropout 25%</a:t>
            </a:r>
          </a:p>
          <a:p>
            <a:pPr lvl="1" indent="-228600" marL="685800"/>
            <a:r>
              <a:rPr lang="en-US" dirty="0" sz="1300"/>
              <a:t>Block 2: Conv2D(128) x2 + BatchNorm + MaxPool + Dropout 30%</a:t>
            </a:r>
          </a:p>
          <a:p>
            <a:pPr lvl="1" indent="-228600" marL="685800"/>
            <a:r>
              <a:rPr lang="en-US" dirty="0" sz="1300"/>
              <a:t>Block 3: Conv2D(256) x2 + BatchNorm + MaxPool + Dropout 35%</a:t>
            </a:r>
          </a:p>
          <a:p>
            <a:pPr lvl="1" indent="-228600" marL="685800"/>
            <a:r>
              <a:rPr lang="en-US" dirty="0" sz="1300"/>
              <a:t>Block 4: Conv2D(512) x2 + BatchNorm + MaxPool + Dropout 40%</a:t>
            </a:r>
          </a:p>
          <a:p>
            <a:pPr lvl="1" indent="-228600" marL="685800"/>
            <a:r>
              <a:rPr lang="en-US" dirty="0" sz="1300"/>
              <a:t>Head:    GlobalAvgPool --&gt; Dense(256) --&gt; Dropout(50%) --&gt; Dense(7)</a:t>
            </a:r>
          </a:p>
          <a:p>
            <a:pPr lvl="1" indent="-228600" marL="685800"/>
            <a:r>
              <a:rPr lang="en-US" dirty="0" sz="1300"/>
              <a:t>Total: ~6.4 million parameters</a:t>
            </a:r>
          </a:p>
          <a:p>
            <a:pPr/>
            <a:endParaRPr lang="en-US"/>
          </a:p>
          <a:p>
            <a:pPr/>
            <a:r>
              <a:rPr lang="en-US" dirty="0" sz="1500" b="1"/>
              <a:t>Training Configuration:</a:t>
            </a:r>
          </a:p>
          <a:p>
            <a:pPr lvl="1" indent="-228600" marL="685800"/>
            <a:r>
              <a:rPr lang="en-US" dirty="0" sz="1300"/>
              <a:t>Loss: Focal Loss (gamma=2.0) + Label Smoothing (epsilon=0.1)</a:t>
            </a:r>
          </a:p>
          <a:p>
            <a:pPr lvl="1" indent="-228600" marL="685800"/>
            <a:r>
              <a:rPr lang="en-US" dirty="0" sz="1300"/>
              <a:t>Optimiser: Adam (lr=0.001) | Batch: 32 | Max epochs: 60</a:t>
            </a:r>
          </a:p>
          <a:p>
            <a:pPr lvl="1" indent="-228600" marL="685800"/>
            <a:r>
              <a:rPr lang="en-US" dirty="0" sz="1300"/>
              <a:t>Class weighting: Disgust=4.8x | Happy=0.55x</a:t>
            </a:r>
          </a:p>
          <a:p>
            <a:pPr lvl="1" indent="-228600" marL="685800"/>
            <a:r>
              <a:rPr lang="en-US" dirty="0" sz="1300"/>
              <a:t>EarlyStopping (patience=12) -- stopped at epoch 52</a:t>
            </a:r>
          </a:p>
          <a:p>
            <a:pPr lvl="1" indent="-228600" marL="685800"/>
            <a:r>
              <a:rPr lang="en-US" dirty="0" sz="1300"/>
              <a:t>GPU: NVIDIA RTX 2050 via WSL2 | Training time: ~3.5 hours</a:t>
            </a:r>
          </a:p>
          <a:p>
            <a:pPr/>
            <a:endParaRPr lang="en-US"/>
          </a:p>
          <a:p>
            <a:pPr/>
            <a:r>
              <a:rPr lang="en-US" dirty="0" sz="1500"/>
              <a:t>Evaluation: Test set = 7,178 images | Metrics: Accuracy, F1, Confusion Matrix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MODEL SELECTION TRAININNG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AND </a:t>
            </a: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TESTING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60782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600" b="1"/>
              <a:t>Real-Time Pipeline (live_detect_pro.py):</a:t>
            </a:r>
          </a:p>
          <a:p>
            <a:pPr lvl="1" indent="-228600" marL="685800"/>
            <a:r>
              <a:rPr lang="en-US" dirty="0" sz="1400"/>
              <a:t>Step 1: OpenCV reads 720p camera frame at 30 FPS</a:t>
            </a:r>
          </a:p>
          <a:p>
            <a:pPr lvl="1" indent="-228600" marL="685800"/>
            <a:r>
              <a:rPr lang="en-US" dirty="0" sz="1400"/>
              <a:t>Step 2: Convert BGR colour to RGB for MediaPipe</a:t>
            </a:r>
          </a:p>
          <a:p>
            <a:pPr lvl="1" indent="-228600" marL="685800"/>
            <a:r>
              <a:rPr lang="en-US" dirty="0" sz="1400"/>
              <a:t>Step 3: MediaPipe BlazeFace detects face in 3-5 ms</a:t>
            </a:r>
          </a:p>
          <a:p>
            <a:pPr lvl="1" indent="-228600" marL="685800"/>
            <a:r>
              <a:rPr lang="en-US" dirty="0" sz="1400"/>
              <a:t>Step 4: Crop face --&gt; grayscale --&gt; resize 48x48 --&gt; divide by 255</a:t>
            </a:r>
          </a:p>
          <a:p>
            <a:pPr lvl="1" indent="-228600" marL="685800"/>
            <a:r>
              <a:rPr lang="en-US" dirty="0" sz="1400"/>
              <a:t>Step 5: CNN predicts 7 probabilities in 12-18 ms</a:t>
            </a:r>
          </a:p>
          <a:p>
            <a:pPr lvl="1" indent="-228600" marL="685800"/>
            <a:r>
              <a:rPr lang="en-US" dirty="0" sz="1400"/>
              <a:t>Step 6: Add to 10-frame memory --&gt; majority vote --&gt; stable label</a:t>
            </a:r>
          </a:p>
          <a:p>
            <a:pPr lvl="1" indent="-228600" marL="685800"/>
            <a:r>
              <a:rPr lang="en-US" dirty="0" sz="1400"/>
              <a:t>Step 7: Show emotion label and confidence on screen</a:t>
            </a:r>
          </a:p>
          <a:p>
            <a:pPr/>
            <a:endParaRPr lang="en-US"/>
          </a:p>
          <a:p>
            <a:pPr/>
            <a:r>
              <a:rPr lang="en-US" dirty="0" sz="1600" b="1"/>
              <a:t>Technology Stack:</a:t>
            </a:r>
          </a:p>
          <a:p>
            <a:pPr lvl="1" indent="-228600" marL="685800"/>
            <a:r>
              <a:rPr lang="en-US" dirty="0" sz="1400"/>
              <a:t>Language:    Python 3.10</a:t>
            </a:r>
          </a:p>
          <a:p>
            <a:pPr lvl="1" indent="-228600" marL="685800"/>
            <a:r>
              <a:rPr lang="en-US" dirty="0" sz="1400"/>
              <a:t>ML:          TensorFlow 2.15  |  Keras 2.15</a:t>
            </a:r>
          </a:p>
          <a:p>
            <a:pPr lvl="1" indent="-228600" marL="685800"/>
            <a:r>
              <a:rPr lang="en-US" dirty="0" sz="1400"/>
              <a:t>Vision:      MediaPipe 0.10.9  |  OpenCV 4.8.0</a:t>
            </a:r>
          </a:p>
          <a:p>
            <a:pPr lvl="1" indent="-228600" marL="685800"/>
            <a:r>
              <a:rPr lang="en-US" dirty="0" sz="1400"/>
              <a:t>Numerics:    NumPy 1.26.4</a:t>
            </a:r>
          </a:p>
          <a:p>
            <a:pPr lvl="1" indent="-228600" marL="685800"/>
            <a:r>
              <a:rPr lang="en-US" dirty="0" sz="1400"/>
              <a:t>Launcher:    run_webcam.bat (one double-click on Windows)</a:t>
            </a:r>
          </a:p>
          <a:p>
            <a:pPr lvl="1" indent="-228600" marL="685800"/>
            <a:r>
              <a:rPr lang="en-US" dirty="0" sz="1400"/>
              <a:t>Training:    WSL2 + NVIDIA RTX 2050 GPU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MODEL DEPLOYMENT AND INTEGRATION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97535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500" b="1"/>
              <a:t>Classification Results (7,178 FER2013 test images):</a:t>
            </a:r>
          </a:p>
          <a:p>
            <a:pPr lvl="1" indent="-228600" marL="685800"/>
            <a:r>
              <a:rPr lang="en-US" dirty="0" sz="1300"/>
              <a:t>Overall Test Accuracy:  63.51%</a:t>
            </a:r>
          </a:p>
          <a:p>
            <a:pPr lvl="1" indent="-228600" marL="685800"/>
            <a:r>
              <a:rPr lang="en-US" dirty="0" sz="1300"/>
              <a:t>Weighted F1-Score:      62.91%</a:t>
            </a:r>
          </a:p>
          <a:p>
            <a:pPr lvl="1" indent="-228600" marL="685800"/>
            <a:r>
              <a:rPr lang="en-US" dirty="0" sz="1300"/>
              <a:t>Human Baseline:         ~65%    (gap = only 1.49%!)</a:t>
            </a:r>
          </a:p>
          <a:p>
            <a:pPr/>
            <a:endParaRPr lang="en-US"/>
          </a:p>
          <a:p>
            <a:pPr/>
            <a:r>
              <a:rPr lang="en-US" dirty="0" sz="1500" b="1"/>
              <a:t>Per-Class F1 Scores:</a:t>
            </a:r>
          </a:p>
          <a:p>
            <a:pPr lvl="1" indent="-228600" marL="685800"/>
            <a:r>
              <a:rPr lang="en-US" dirty="0" sz="1300"/>
              <a:t>Happy 84.28% | Neutral 75.44% | Sad 61.08% | Angry 56.88%</a:t>
            </a:r>
          </a:p>
          <a:p>
            <a:pPr lvl="1" indent="-228600" marL="685800"/>
            <a:r>
              <a:rPr lang="en-US" dirty="0" sz="1300"/>
              <a:t>Disgust 54.22% | Surprise 49.17% | Fear 41.21% (hardest)</a:t>
            </a:r>
          </a:p>
          <a:p>
            <a:pPr/>
            <a:endParaRPr lang="en-US"/>
          </a:p>
          <a:p>
            <a:pPr/>
            <a:r>
              <a:rPr lang="en-US" dirty="0" sz="1500" b="1"/>
              <a:t>Ablation Study (proving each component helps):</a:t>
            </a:r>
          </a:p>
          <a:p>
            <a:pPr lvl="1" indent="-228600" marL="685800"/>
            <a:r>
              <a:rPr lang="en-US" dirty="0" sz="1300"/>
              <a:t>Baseline 3-Block CNN + Normal Loss:     57.34%</a:t>
            </a:r>
          </a:p>
          <a:p>
            <a:pPr lvl="1" indent="-228600" marL="685800"/>
            <a:r>
              <a:rPr lang="en-US" dirty="0" sz="1300"/>
              <a:t>+ Focal Loss only:                      61.47%  (+4.13%)</a:t>
            </a:r>
          </a:p>
          <a:p>
            <a:pPr lvl="1" indent="-228600" marL="685800"/>
            <a:r>
              <a:rPr lang="en-US" dirty="0" sz="1300"/>
              <a:t>+ Label Smoothing only:                 58.73%  (+1.39%)</a:t>
            </a:r>
          </a:p>
          <a:p>
            <a:pPr lvl="1" indent="-228600" marL="685800"/>
            <a:r>
              <a:rPr lang="en-US" dirty="0" sz="1300"/>
              <a:t>Full Proposed System (all combined):    63.51%  (+6.17%)</a:t>
            </a:r>
          </a:p>
          <a:p>
            <a:pPr/>
            <a:endParaRPr lang="en-US"/>
          </a:p>
          <a:p>
            <a:pPr/>
            <a:r>
              <a:rPr lang="en-US" dirty="0" sz="1500" b="1"/>
              <a:t>Conclusions:</a:t>
            </a:r>
          </a:p>
          <a:p>
            <a:pPr lvl="1" indent="-228600" marL="685800"/>
            <a:r>
              <a:rPr lang="en-US" dirty="0" sz="1300"/>
              <a:t>Near-human accuracy with a regular laptop at 28-30 FPS</a:t>
            </a:r>
          </a:p>
          <a:p>
            <a:pPr lvl="1" indent="-228600" marL="685800"/>
            <a:r>
              <a:rPr lang="en-US" dirty="0" sz="1300"/>
              <a:t>All 10 real-time test cases: PASSED</a:t>
            </a:r>
          </a:p>
          <a:p>
            <a:pPr lvl="1" indent="-228600" marL="685800"/>
            <a:r>
              <a:rPr lang="en-US" dirty="0" sz="1300"/>
              <a:t>Focal Loss + 10-frame buffer fixed the two main problems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RESULTS &amp; CONCLUSION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52713" y="6356350"/>
            <a:ext cx="2743200" cy="365125"/>
          </a:xfrm>
        </p:spPr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97535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600" b="1"/>
              <a:t>1. Face-Specific Transfer Learning:</a:t>
            </a:r>
          </a:p>
          <a:p>
            <a:pPr lvl="1" indent="-228600" marL="685800"/>
            <a:r>
              <a:rPr lang="en-US" dirty="0" sz="1400"/>
              <a:t>Use VGGFace2 or AffectNet pretrained model as starting point</a:t>
            </a:r>
          </a:p>
          <a:p>
            <a:pPr lvl="1" indent="-228600" marL="685800"/>
            <a:r>
              <a:rPr lang="en-US" dirty="0" sz="1400"/>
              <a:t>Trained on millions of real faces -- much better features</a:t>
            </a:r>
          </a:p>
          <a:p>
            <a:pPr lvl="1" indent="-228600" marL="685800"/>
            <a:r>
              <a:rPr lang="en-US" dirty="0" sz="1400"/>
              <a:t>Expected improvement: +4 to 8% accuracy</a:t>
            </a:r>
          </a:p>
          <a:p>
            <a:pPr/>
            <a:endParaRPr lang="en-US"/>
          </a:p>
          <a:p>
            <a:pPr/>
            <a:r>
              <a:rPr lang="en-US" dirty="0" sz="1600" b="1"/>
              <a:t>2. Vision Transformer (ViT) Architecture:</a:t>
            </a:r>
          </a:p>
          <a:p>
            <a:pPr lvl="1" indent="-228600" marL="685800"/>
            <a:r>
              <a:rPr lang="en-US" dirty="0" sz="1400"/>
              <a:t>Self-attention connects eyebrow and mouth patterns together</a:t>
            </a:r>
          </a:p>
          <a:p>
            <a:pPr lvl="1" indent="-228600" marL="685800"/>
            <a:r>
              <a:rPr lang="en-US" dirty="0" sz="1400"/>
              <a:t>Better at spotting emotion cues spread across the whole face</a:t>
            </a:r>
          </a:p>
          <a:p>
            <a:pPr/>
            <a:endParaRPr lang="en-US"/>
          </a:p>
          <a:p>
            <a:pPr/>
            <a:r>
              <a:rPr lang="en-US" dirty="0" sz="1600" b="1"/>
              <a:t>3. Multimodal Emotion Recognition:</a:t>
            </a:r>
          </a:p>
          <a:p>
            <a:pPr lvl="1" indent="-228600" marL="685800"/>
            <a:r>
              <a:rPr lang="en-US" dirty="0" sz="1400"/>
              <a:t>Combine face + voice + body language for higher reliability</a:t>
            </a:r>
          </a:p>
          <a:p>
            <a:pPr/>
            <a:endParaRPr lang="en-US"/>
          </a:p>
          <a:p>
            <a:pPr/>
            <a:r>
              <a:rPr lang="en-US" dirty="0" sz="1600" b="1"/>
              <a:t>4. Fix Demographic Bias:</a:t>
            </a:r>
          </a:p>
          <a:p>
            <a:pPr lvl="1" indent="-228600" marL="685800"/>
            <a:r>
              <a:rPr lang="en-US" dirty="0" sz="1400"/>
              <a:t>Test on different ages, ethnicities, and genders</a:t>
            </a:r>
          </a:p>
          <a:p>
            <a:pPr lvl="1" indent="-228600" marL="685800"/>
            <a:r>
              <a:rPr lang="en-US" dirty="0" sz="1400"/>
              <a:t>Apply corrections where any group performs worse</a:t>
            </a:r>
          </a:p>
          <a:p>
            <a:pPr/>
            <a:endParaRPr lang="en-US"/>
          </a:p>
          <a:p>
            <a:pPr/>
            <a:r>
              <a:rPr lang="en-US" dirty="0" sz="1600" b="1"/>
              <a:t>5. Continuous Emotion Modelling:</a:t>
            </a:r>
          </a:p>
          <a:p>
            <a:pPr lvl="1" indent="-228600" marL="685800"/>
            <a:r>
              <a:rPr lang="en-US" dirty="0" sz="1400"/>
              <a:t>Predict emotion on a sliding scale instead of 7 fixed labels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FUTURE WORKS &amp; RECOMMENDATIONS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>
            <p:custDataLst>
              <p:tags r:id="rId1"/>
            </p:custDataLst>
          </p:nvPr>
        </p:nvSpPr>
        <p:spPr>
          <a:xfrm>
            <a:off x="762576" y="1397535"/>
            <a:ext cx="8229600" cy="4525963"/>
          </a:xfrm>
          <a:prstGeom prst="rect">
            <a:avLst/>
          </a:prstGeom>
        </p:spPr>
        <p:txBody>
          <a:bodyPr wrap="square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/>
            <a:r>
              <a:rPr lang="en-US" dirty="0" sz="1400"/>
              <a:t>[1]  Goodfellow et al., Challenges in Representation Learning, ICONIP 2013.</a:t>
            </a:r>
          </a:p>
          <a:p>
            <a:pPr/>
            <a:r>
              <a:rPr lang="en-US" dirty="0" sz="1400"/>
              <a:t>[2]  T.-Y. Lin et al., Focal Loss for Dense Object Detection, ICCV 2017.</a:t>
            </a:r>
          </a:p>
          <a:p>
            <a:pPr/>
            <a:r>
              <a:rPr lang="en-US" dirty="0" sz="1400"/>
              <a:t>[3]  Lugaresi et al., MediaPipe: A Framework for Perception Pipelines, arXiv 2019.</a:t>
            </a:r>
          </a:p>
          <a:p>
            <a:pPr/>
            <a:r>
              <a:rPr lang="en-US" dirty="0" sz="1400"/>
              <a:t>[4]  P. Viola, M. J. Jones, Robust Real-Time Face Detection, IJCV vol.57, 2004.</a:t>
            </a:r>
          </a:p>
          <a:p>
            <a:pPr/>
            <a:r>
              <a:rPr lang="en-US" dirty="0" sz="1400"/>
              <a:t>[5]  K. Simonyan, A. Zisserman, Very Deep Convolutional Networks, ICLR 2015.</a:t>
            </a:r>
          </a:p>
          <a:p>
            <a:pPr/>
            <a:r>
              <a:rPr lang="en-US" dirty="0" sz="1400"/>
              <a:t>[6]  M. Tan, Q. V. Le, EfficientNet: Rethinking Model Scaling, ICML 2019.</a:t>
            </a:r>
          </a:p>
          <a:p>
            <a:pPr/>
            <a:r>
              <a:rPr lang="en-US" dirty="0" sz="1400"/>
              <a:t>[7]  S. Ioffe, C. Szegedy, Batch Normalization, ICML 2015.</a:t>
            </a:r>
          </a:p>
          <a:p>
            <a:pPr/>
            <a:r>
              <a:rPr lang="en-US" dirty="0" sz="1400"/>
              <a:t>[8]  N. Srivastava et al., Dropout, JMLR vol.15, 2014.</a:t>
            </a:r>
          </a:p>
          <a:p>
            <a:pPr/>
            <a:r>
              <a:rPr lang="en-US" dirty="0" sz="1400"/>
              <a:t>[9]  K. He et al., Deep Residual Learning for Image Recognition, CVPR 2016.</a:t>
            </a:r>
          </a:p>
          <a:p>
            <a:pPr/>
            <a:r>
              <a:rPr lang="en-US" dirty="0" sz="1400"/>
              <a:t>[10] A. Dosovitskiy et al., An Image is Worth 16x16 Words, ICLR 2021.</a:t>
            </a:r>
          </a:p>
          <a:p>
            <a:pPr/>
            <a:r>
              <a:rPr lang="en-US" dirty="0" sz="1400"/>
              <a:t>[11] R. W. Picard, Affective Computing. MIT Press, 1997.</a:t>
            </a:r>
          </a:p>
          <a:p>
            <a:pPr/>
            <a:r>
              <a:rPr lang="en-US" dirty="0" sz="1400"/>
              <a:t>[12] P. Ekman, W. V. Friesen, Constants Across Cultures, J. Personality &amp; Social Psych., 1971.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REFERENCES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50;p13"/>
          <p:cNvSpPr txBox="1"/>
          <p:nvPr>
            <p:custDataLst>
              <p:tags r:id="rId1"/>
            </p:custDataLst>
          </p:nvPr>
        </p:nvSpPr>
        <p:spPr>
          <a:xfrm>
            <a:off x="938900" y="1564825"/>
            <a:ext cx="7290700" cy="7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/>
            <a:r>
              <a:rPr lang="en-US" dirty="0" sz="1700"/>
              <a:t>GitHub Repository: https://github.com/Max-i26/emotion_detection</a:t>
            </a:r>
          </a:p>
          <a:p>
            <a:pPr/>
            <a:endParaRPr lang="en-US"/>
          </a:p>
          <a:p>
            <a:pPr/>
            <a:r>
              <a:rPr lang="en-US" dirty="0" sz="1700" b="1"/>
              <a:t>To Run the Live Demo:</a:t>
            </a:r>
          </a:p>
          <a:p>
            <a:pPr lvl="1" indent="-228600" marL="685800"/>
            <a:r>
              <a:rPr lang="en-US" dirty="0" sz="1500"/>
              <a:t>Step 1: Open Windows PowerShell or Command Prompt</a:t>
            </a:r>
          </a:p>
          <a:p>
            <a:pPr lvl="1" indent="-228600" marL="685800"/>
            <a:r>
              <a:rPr lang="en-US" dirty="0" sz="1500"/>
              <a:t>Step 2: Navigate to:   cd F:\emotion-detection</a:t>
            </a:r>
          </a:p>
          <a:p>
            <a:pPr lvl="1" indent="-228600" marL="685800"/>
            <a:r>
              <a:rPr lang="en-US" dirty="0" sz="1500"/>
              <a:t>Step 3: Activate:      .\venv_win\Scripts\activate</a:t>
            </a:r>
          </a:p>
          <a:p>
            <a:pPr lvl="1" indent="-228600" marL="685800"/>
            <a:r>
              <a:rPr lang="en-US" dirty="0" sz="1500"/>
              <a:t>Step 4: Run:           python live_detect_pro.py</a:t>
            </a:r>
          </a:p>
          <a:p>
            <a:pPr lvl="1" indent="-228600" marL="685800"/>
            <a:r>
              <a:rPr lang="en-US" dirty="0" sz="1500"/>
              <a:t>Step 5: Press  Q  key to close the camera window</a:t>
            </a:r>
          </a:p>
          <a:p>
            <a:pPr/>
            <a:endParaRPr lang="en-US"/>
          </a:p>
          <a:p>
            <a:pPr lvl="1" indent="-228600" marL="685800"/>
            <a:r>
              <a:rPr lang="en-US" dirty="0" sz="1500"/>
              <a:t>OR -- simply double-click:   run_webcam.bat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latin typeface="Times New Roman" panose="02020603050405020304" charset="0"/>
                <a:ea typeface="+mj-ea"/>
                <a:cs typeface="Times New Roman" panose="02020603050405020304" charset="0"/>
                <a:sym typeface="+mn-ea"/>
              </a:rPr>
              <a:t>DEMONSTRATION</a:t>
            </a:r>
            <a:endParaRPr lang="en-US" dirty="0">
              <a:latin typeface="Times New Roman" panose="02020603050405020304" charset="0"/>
              <a:ea typeface="+mj-ea"/>
              <a:cs typeface="Times New Roman" panose="02020603050405020304" charset="0"/>
              <a:sym typeface="+mn-ea"/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3575050" y="2827655"/>
            <a:ext cx="4364355" cy="1202055"/>
          </a:xfrm>
        </p:spPr>
        <p:txBody>
          <a:bodyPr/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Thank You!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E5F26B5-172A-4DC2-B0B7-181CFC56B87C}" type="slidenum">
              <a:rPr lang="en-US" smtClean="0">
                <a:latin typeface="Times New Roman" panose="02020603050405020304" charset="0"/>
                <a:cs typeface="Times New Roman" panose="02020603050405020304" charset="0"/>
              </a:rPr>
            </a:fld>
            <a:endParaRPr lang="en-US" smtClean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*i*5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*i*6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*i*7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*i*8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*i*9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*i*10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*i*1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*i*12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*i*13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*i*14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*i*15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*i*16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*i*17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*i*18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*i*19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*i*20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*i*2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*i*22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*i*2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*i*24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*i*25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*i*26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*i*27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*i*28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*i*29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*i*30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*i*3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*i*3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*i*33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*i*34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*i*35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*i*36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*i*37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*i*38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*i*39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*i*40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*i*41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*i*42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*i*43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*i*44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*i*45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*i*46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*i*47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*i*48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*i*49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*i*50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*i*5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*i*52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3*i*4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3*i*5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3*i*6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3*i*7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3*i*8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3*i*9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3*i*10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3*i*1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3*i*1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3*i*13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3*i*14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3*i*15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3*i*16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3*i*17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3*i*18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3*i*19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3*i*20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3*i*2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3*i*22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3*i*23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3*i*24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3*i*25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3*i*26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3*i*27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3*i*28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4*i*7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4*i*8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4*i*9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4*i*10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4*i*11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4*i*12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4*i*13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4*i*14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4*i*15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4*i*16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4*i*17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4*i*18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4*i*19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4*i*20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4*i*2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4*i*22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4*i*23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4*i*24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4*i*25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4*i*26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4*i*29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4*i*30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4*i*3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4*i*32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4*i*33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4*i*34"/>
  <p:tag name="KSO_WM_UNIT_LAYERLEVEL" val="1"/>
  <p:tag name="KSO_WM_TAG_VERSION" val="3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4*i*35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4*i*36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4*i*37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4*i*38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4*i*39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4*i*40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4*i*41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4*i*42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4*i*27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4*i*28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9*i*4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9*i*5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9*i*6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9*i*7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9*i*8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9*i*9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9*i*10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1*i*7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1*i*8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1*i*9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11*i*10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_11*i*11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2"/>
  <p:tag name="KSO_WM_UNIT_ID" val="_11*i*12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3"/>
  <p:tag name="KSO_WM_UNIT_ID" val="_11*i*13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4"/>
  <p:tag name="KSO_WM_UNIT_ID" val="_11*i*14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5"/>
  <p:tag name="KSO_WM_UNIT_ID" val="_11*i*15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6"/>
  <p:tag name="KSO_WM_UNIT_ID" val="_11*i*16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7"/>
  <p:tag name="KSO_WM_UNIT_ID" val="_11*i*17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8"/>
  <p:tag name="KSO_WM_UNIT_ID" val="_11*i*18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9"/>
  <p:tag name="KSO_WM_UNIT_ID" val="_11*i*19"/>
  <p:tag name="KSO_WM_UNIT_LAYERLEVEL" val="1"/>
  <p:tag name="KSO_WM_TAG_VERSION" val="3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0"/>
  <p:tag name="KSO_WM_UNIT_ID" val="_11*i*20"/>
  <p:tag name="KSO_WM_UNIT_LAYERLEVEL" val="1"/>
  <p:tag name="KSO_WM_TAG_VERSION" val="3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1"/>
  <p:tag name="KSO_WM_UNIT_ID" val="_11*i*21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2"/>
  <p:tag name="KSO_WM_UNIT_ID" val="_11*i*22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3"/>
  <p:tag name="KSO_WM_UNIT_ID" val="_11*i*23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4"/>
  <p:tag name="KSO_WM_UNIT_ID" val="_11*i*24"/>
  <p:tag name="KSO_WM_UNIT_LAYERLEVEL" val="1"/>
  <p:tag name="KSO_WM_TAG_VERSION" val="3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5"/>
  <p:tag name="KSO_WM_UNIT_ID" val="_11*i*25"/>
  <p:tag name="KSO_WM_UNIT_LAYERLEVEL" val="1"/>
  <p:tag name="KSO_WM_TAG_VERSION" val="3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6"/>
  <p:tag name="KSO_WM_UNIT_ID" val="_11*i*26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7"/>
  <p:tag name="KSO_WM_UNIT_ID" val="_11*i*27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8"/>
  <p:tag name="KSO_WM_UNIT_ID" val="_11*i*28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9"/>
  <p:tag name="KSO_WM_UNIT_ID" val="_11*i*29"/>
  <p:tag name="KSO_WM_UNIT_LAYERLEVEL" val="1"/>
  <p:tag name="KSO_WM_TAG_VERSION" val="3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0"/>
  <p:tag name="KSO_WM_UNIT_ID" val="_11*i*30"/>
  <p:tag name="KSO_WM_UNIT_LAYERLEVEL" val="1"/>
  <p:tag name="KSO_WM_TAG_VERSION" val="3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1"/>
  <p:tag name="KSO_WM_UNIT_ID" val="_11*i*31"/>
  <p:tag name="KSO_WM_UNIT_LAYERLEVEL" val="1"/>
  <p:tag name="KSO_WM_TAG_VERSION" val="3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2"/>
  <p:tag name="KSO_WM_UNIT_ID" val="_11*i*32"/>
  <p:tag name="KSO_WM_UNIT_LAYERLEVEL" val="1"/>
  <p:tag name="KSO_WM_TAG_VERSION" val="3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3"/>
  <p:tag name="KSO_WM_UNIT_ID" val="_11*i*33"/>
  <p:tag name="KSO_WM_UNIT_LAYERLEVEL" val="1"/>
  <p:tag name="KSO_WM_TAG_VERSION" val="3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4"/>
  <p:tag name="KSO_WM_UNIT_ID" val="_11*i*34"/>
  <p:tag name="KSO_WM_UNIT_LAYERLEVEL" val="1"/>
  <p:tag name="KSO_WM_TAG_VERSION" val="3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5"/>
  <p:tag name="KSO_WM_UNIT_ID" val="_11*i*35"/>
  <p:tag name="KSO_WM_UNIT_LAYERLEVEL" val="1"/>
  <p:tag name="KSO_WM_TAG_VERSION" val="3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6"/>
  <p:tag name="KSO_WM_UNIT_ID" val="_11*i*36"/>
  <p:tag name="KSO_WM_UNIT_LAYERLEVEL" val="1"/>
  <p:tag name="KSO_WM_TAG_VERSION" val="3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7"/>
  <p:tag name="KSO_WM_UNIT_ID" val="_11*i*37"/>
  <p:tag name="KSO_WM_UNIT_LAYERLEVEL" val="1"/>
  <p:tag name="KSO_WM_TAG_VERSION" val="3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8"/>
  <p:tag name="KSO_WM_UNIT_ID" val="_11*i*38"/>
  <p:tag name="KSO_WM_UNIT_LAYERLEVEL" val="1"/>
  <p:tag name="KSO_WM_TAG_VERSION" val="3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9"/>
  <p:tag name="KSO_WM_UNIT_ID" val="_11*i*39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0"/>
  <p:tag name="KSO_WM_UNIT_ID" val="_11*i*40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1"/>
  <p:tag name="KSO_WM_UNIT_ID" val="_11*i*41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2"/>
  <p:tag name="KSO_WM_UNIT_ID" val="_11*i*42"/>
  <p:tag name="KSO_WM_UNIT_LAYERLEVEL" val="1"/>
  <p:tag name="KSO_WM_TAG_VERSION" val="3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3"/>
  <p:tag name="KSO_WM_UNIT_ID" val="_11*i*43"/>
  <p:tag name="KSO_WM_UNIT_LAYERLEVEL" val="1"/>
  <p:tag name="KSO_WM_TAG_VERSION" val="3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4"/>
  <p:tag name="KSO_WM_UNIT_ID" val="_11*i*44"/>
  <p:tag name="KSO_WM_UNIT_LAYERLEVEL" val="1"/>
  <p:tag name="KSO_WM_TAG_VERSION" val="3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5"/>
  <p:tag name="KSO_WM_UNIT_ID" val="_11*i*45"/>
  <p:tag name="KSO_WM_UNIT_LAYERLEVEL" val="1"/>
  <p:tag name="KSO_WM_TAG_VERSION" val="3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6"/>
  <p:tag name="KSO_WM_UNIT_ID" val="_11*i*46"/>
  <p:tag name="KSO_WM_UNIT_LAYERLEVEL" val="1"/>
  <p:tag name="KSO_WM_TAG_VERSION" val="3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7"/>
  <p:tag name="KSO_WM_UNIT_ID" val="_11*i*47"/>
  <p:tag name="KSO_WM_UNIT_LAYERLEVEL" val="1"/>
  <p:tag name="KSO_WM_TAG_VERSION" val="3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8"/>
  <p:tag name="KSO_WM_UNIT_ID" val="_11*i*48"/>
  <p:tag name="KSO_WM_UNIT_LAYERLEVEL" val="1"/>
  <p:tag name="KSO_WM_TAG_VERSION" val="3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9"/>
  <p:tag name="KSO_WM_UNIT_ID" val="_11*i*49"/>
  <p:tag name="KSO_WM_UNIT_LAYERLEVEL" val="1"/>
  <p:tag name="KSO_WM_TAG_VERSION" val="3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0"/>
  <p:tag name="KSO_WM_UNIT_ID" val="_11*i*50"/>
  <p:tag name="KSO_WM_UNIT_LAYERLEVEL" val="1"/>
  <p:tag name="KSO_WM_TAG_VERSION" val="3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1"/>
  <p:tag name="KSO_WM_UNIT_ID" val="_11*i*51"/>
  <p:tag name="KSO_WM_UNIT_LAYERLEVEL" val="1"/>
  <p:tag name="KSO_WM_TAG_VERSION" val="3.0"/>
  <p:tag name="KSO_WM_BEAUTIFY_FLAG" val="#wm#"/>
</p:tagLst>
</file>

<file path=ppt/tags/tag23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23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5"/>
  <p:tag name="KSO_WM_UNIT_ID" val="_11*f*5"/>
  <p:tag name="KSO_WM_UNIT_LAYERLEVEL" val="1"/>
  <p:tag name="KSO_WM_TAG_VERSION" val="3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2"/>
  <p:tag name="KSO_WM_UNIT_ID" val="_11*i*52"/>
  <p:tag name="KSO_WM_UNIT_LAYERLEVEL" val="1"/>
  <p:tag name="KSO_WM_TAG_VERSION" val="3.0"/>
  <p:tag name="KSO_WM_BEAUTIFY_FLAG" val="#wm#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2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5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1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0*i*3"/>
  <p:tag name="KSO_WM_UNIT_LAYERLEVEL" val="1"/>
  <p:tag name="KSO_WM_TAG_VERSION" val="3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0*i*4"/>
  <p:tag name="KSO_WM_UNIT_LAYERLEVEL" val="1"/>
  <p:tag name="KSO_WM_TAG_VERSION" val="3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0*i*5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0*i*6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0*i*7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0*i*8"/>
  <p:tag name="KSO_WM_UNIT_LAYERLEVEL" val="1"/>
  <p:tag name="KSO_WM_TAG_VERSION" val="3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0*i*9"/>
  <p:tag name="KSO_WM_UNIT_LAYERLEVEL" val="1"/>
  <p:tag name="KSO_WM_TAG_VERSION" val="3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_0*i*10"/>
  <p:tag name="KSO_WM_UNIT_LAYERLEVEL" val="1"/>
  <p:tag name="KSO_WM_TAG_VERSION" val="3.0"/>
  <p:tag name="KSO_WM_BEAUTIFY_FLAG" val="#wm#"/>
</p:tagLst>
</file>

<file path=ppt/tags/tag25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1"/>
</p:tagLst>
</file>

<file path=ppt/tags/tag253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_1*f*4"/>
  <p:tag name="KSO_WM_UNIT_LAYERLEVEL" val="1"/>
  <p:tag name="KSO_WM_TAG_VERSION" val="3.0"/>
  <p:tag name="KSO_WM_BEAUTIFY_FLAG" val="#wm#"/>
</p:tagLst>
</file>

<file path=ppt/tags/tag254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25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5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57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58.xml><?xml version="1.0" encoding="utf-8"?>
<p:tagLst xmlns:p="http://schemas.openxmlformats.org/presentationml/2006/main">
  <p:tag name="KSO_WM_UNIT_INDEX" val="1"/>
  <p:tag name="KSO_WM_UNIT_TYPE" val="j"/>
  <p:tag name="KSO_WM_BEAUTIFY_FLAG" val="#wm#"/>
</p:tagLst>
</file>

<file path=ppt/tags/tag259.xml><?xml version="1.0" encoding="utf-8"?>
<p:tagLst xmlns:p="http://schemas.openxmlformats.org/presentationml/2006/main">
  <p:tag name="KSO_WM_SLIDE_TYPE" val="text"/>
  <p:tag name="KSO_WM_BEAUTIFY_FLAG" val="#wm#"/>
  <p:tag name="KSO_WM_SLIDE_THEME_ID" val="3323123"/>
  <p:tag name="KSO_WM_SLIDE_THEME_NAME" val="Green Minimalist"/>
  <p:tag name="KSO_WM_AICARD_INVALID" val="Invalid"/>
</p:tagLst>
</file>

<file path=ppt/tags/tag260.xml><?xml version="1.0" encoding="utf-8"?>
<p:tagLst xmlns:p="http://schemas.openxmlformats.org/presentationml/2006/main">
  <p:tag name="KSO_WM_UNIT_TEXT" val="CONTENT"/>
</p:tagLst>
</file>

<file path=ppt/tags/tag26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2.xml><?xml version="1.0" encoding="utf-8"?>
<p:tagLst xmlns:p="http://schemas.openxmlformats.org/presentationml/2006/main">
  <p:tag name="KSO_WM_UNIT_INDEX" val="1_8_1"/>
  <p:tag name="KSO_WM_UNIT_TYPE" val="l_h_f"/>
  <p:tag name="KSO_WM_UNIT_SUBTYPE" val="a"/>
  <p:tag name="KSO_WM_TEMPLATE_CATEGORY" val="diagram"/>
  <p:tag name="KSO_WM_TEMPLATE_INDEX" val="19882029"/>
  <p:tag name="KSO_WM_UNIT_ID" val="diagram19882029*l_h_f*1_8_1"/>
  <p:tag name="KSO_WM_DIAGRAM_GROUP_CODE" val="l1-1"/>
  <p:tag name="KSO_WM_TAG_VERSION" val="2.0"/>
  <p:tag name="KSO_WM_BEAUTIFY_FLAG" val="#wm#"/>
  <p:tag name="KSO_WM_DIAGRAM_VIRTUALLY_FRAME" val="{&quot;height&quot;:459.557874015748,&quot;left&quot;:64.89535433070867,&quot;top&quot;:80.44212598425197,&quot;width&quot;:789.8546456692914}"/>
</p:tagLst>
</file>

<file path=ppt/tags/tag263.xml><?xml version="1.0" encoding="utf-8"?>
<p:tagLst xmlns:p="http://schemas.openxmlformats.org/presentationml/2006/main">
  <p:tag name="KSO_WM_SLIDE_TYPE" val="contents"/>
  <p:tag name="KSO_WM_BEAUTIFY_FLAG" val="#wm#"/>
</p:tagLst>
</file>

<file path=ppt/tags/tag264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65.xml><?xml version="1.0" encoding="utf-8"?>
<p:tagLst xmlns:p="http://schemas.openxmlformats.org/presentationml/2006/main">
  <p:tag name="KSO_WM_UNIT_TEXT" val="SLIDE TOPIC    &lt;FONT SIZE 36&gt;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66.xml><?xml version="1.0" encoding="utf-8"?>
<p:tagLst xmlns:p="http://schemas.openxmlformats.org/presentationml/2006/main">
  <p:tag name="KSO_WM_SLIDE_TYPE" val="text"/>
  <p:tag name="KSO_WM_BEAUTIFY_FLAG" val="#wm#"/>
</p:tagLst>
</file>

<file path=ppt/tags/tag267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68.xml><?xml version="1.0" encoding="utf-8"?>
<p:tagLst xmlns:p="http://schemas.openxmlformats.org/presentationml/2006/main">
  <p:tag name="KSO_WM_UNIT_TEXT" val="INTRODUCT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69.xml><?xml version="1.0" encoding="utf-8"?>
<p:tagLst xmlns:p="http://schemas.openxmlformats.org/presentationml/2006/main">
  <p:tag name="KSO_WM_SLIDE_TYPE" val="text"/>
  <p:tag name="KSO_WM_BEAUTIFY_FLAG" val="#wm#"/>
</p:tagLst>
</file>

<file path=ppt/tags/tag27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1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2.xml><?xml version="1.0" encoding="utf-8"?>
<p:tagLst xmlns:p="http://schemas.openxmlformats.org/presentationml/2006/main">
  <p:tag name="KSO_WM_SLIDE_TYPE" val="text"/>
  <p:tag name="KSO_WM_BEAUTIFY_FLAG" val="#wm#"/>
</p:tagLst>
</file>

<file path=ppt/tags/tag273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4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5.xml><?xml version="1.0" encoding="utf-8"?>
<p:tagLst xmlns:p="http://schemas.openxmlformats.org/presentationml/2006/main">
  <p:tag name="KSO_WM_SLIDE_TYPE" val="text"/>
  <p:tag name="KSO_WM_BEAUTIFY_FLAG" val="#wm#"/>
</p:tagLst>
</file>

<file path=ppt/tags/tag276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77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78.xml><?xml version="1.0" encoding="utf-8"?>
<p:tagLst xmlns:p="http://schemas.openxmlformats.org/presentationml/2006/main">
  <p:tag name="KSO_WM_SLIDE_TYPE" val="text"/>
  <p:tag name="KSO_WM_BEAUTIFY_FLAG" val="#wm#"/>
</p:tagLst>
</file>

<file path=ppt/tags/tag27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80.xml><?xml version="1.0" encoding="utf-8"?>
<p:tagLst xmlns:p="http://schemas.openxmlformats.org/presentationml/2006/main">
  <p:tag name="KSO_WM_UNIT_TEXT" val="BACKGROUND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1.xml><?xml version="1.0" encoding="utf-8"?>
<p:tagLst xmlns:p="http://schemas.openxmlformats.org/presentationml/2006/main">
  <p:tag name="KSO_WM_SLIDE_TYPE" val="text"/>
  <p:tag name="KSO_WM_BEAUTIFY_FLAG" val="#wm#"/>
</p:tagLst>
</file>

<file path=ppt/tags/tag28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83.xml><?xml version="1.0" encoding="utf-8"?>
<p:tagLst xmlns:p="http://schemas.openxmlformats.org/presentationml/2006/main">
  <p:tag name="KSO_WM_UNIT_TEXT" val="SPECIFICATION &amp; DESIG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4.xml><?xml version="1.0" encoding="utf-8"?>
<p:tagLst xmlns:p="http://schemas.openxmlformats.org/presentationml/2006/main">
  <p:tag name="KSO_WM_SLIDE_TYPE" val="text"/>
  <p:tag name="KSO_WM_BEAUTIFY_FLAG" val="#wm#"/>
</p:tagLst>
</file>

<file path=ppt/tags/tag285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286.xml><?xml version="1.0" encoding="utf-8"?>
<p:tagLst xmlns:p="http://schemas.openxmlformats.org/presentationml/2006/main">
  <p:tag name="KSO_WM_UNIT_TEXT" val="TESTING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87.xml><?xml version="1.0" encoding="utf-8"?>
<p:tagLst xmlns:p="http://schemas.openxmlformats.org/presentationml/2006/main">
  <p:tag name="KSO_WM_SLIDE_TYPE" val="text"/>
  <p:tag name="KSO_WM_BEAUTIFY_FLAG" val="#wm#"/>
</p:tagLst>
</file>

<file path=ppt/tags/tag288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89.xml><?xml version="1.0" encoding="utf-8"?>
<p:tagLst xmlns:p="http://schemas.openxmlformats.org/presentationml/2006/main">
  <p:tag name="KSO_WM_UNIT_TEXT" val="RESULTS &amp; CONCLUS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0.xml><?xml version="1.0" encoding="utf-8"?>
<p:tagLst xmlns:p="http://schemas.openxmlformats.org/presentationml/2006/main">
  <p:tag name="KSO_WM_SLIDE_TYPE" val="text"/>
  <p:tag name="KSO_WM_BEAUTIFY_FLAG" val="#wm#"/>
</p:tagLst>
</file>

<file path=ppt/tags/tag291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92.xml><?xml version="1.0" encoding="utf-8"?>
<p:tagLst xmlns:p="http://schemas.openxmlformats.org/presentationml/2006/main">
  <p:tag name="KSO_WM_UNIT_TEXT" val="RESULTS &amp; CONCLUSION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3.xml><?xml version="1.0" encoding="utf-8"?>
<p:tagLst xmlns:p="http://schemas.openxmlformats.org/presentationml/2006/main">
  <p:tag name="KSO_WM_SLIDE_TYPE" val="text"/>
  <p:tag name="KSO_WM_BEAUTIFY_FLAG" val="#wm#"/>
</p:tagLst>
</file>

<file path=ppt/tags/tag294.xml><?xml version="1.0" encoding="utf-8"?>
<p:tagLst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95.xml><?xml version="1.0" encoding="utf-8"?>
<p:tagLst xmlns:p="http://schemas.openxmlformats.org/presentationml/2006/main">
  <p:tag name="KSO_WM_UNIT_TEXT" val="REFERENCES"/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296.xml><?xml version="1.0" encoding="utf-8"?>
<p:tagLst xmlns:p="http://schemas.openxmlformats.org/presentationml/2006/main">
  <p:tag name="KSO_WM_SLIDE_TYPE" val="text"/>
  <p:tag name="KSO_WM_BEAUTIFY_FLAG" val="#wm#"/>
</p:tagLst>
</file>

<file path=ppt/tags/tag29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4">
      <a:dk1>
        <a:srgbClr val="000000"/>
      </a:dk1>
      <a:lt1>
        <a:srgbClr val="FFFFFF"/>
      </a:lt1>
      <a:dk2>
        <a:srgbClr val="000B26"/>
      </a:dk2>
      <a:lt2>
        <a:srgbClr val="FFFFFF"/>
      </a:lt2>
      <a:accent1>
        <a:srgbClr val="19A298"/>
      </a:accent1>
      <a:accent2>
        <a:srgbClr val="34CFC3"/>
      </a:accent2>
      <a:accent3>
        <a:srgbClr val="3FABF9"/>
      </a:accent3>
      <a:accent4>
        <a:srgbClr val="A67CFF"/>
      </a:accent4>
      <a:accent5>
        <a:srgbClr val="F84949"/>
      </a:accent5>
      <a:accent6>
        <a:srgbClr val="F66BB6"/>
      </a:accent6>
      <a:hlink>
        <a:srgbClr val="304FFE"/>
      </a:hlink>
      <a:folHlink>
        <a:srgbClr val="492067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WPS Presentation</Application>
  <PresentationFormat>Widescreen</PresentationFormat>
  <Paragraphs>127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Lato</vt:lpstr>
      <vt:lpstr>Segoe Print</vt:lpstr>
      <vt:lpstr>Microsoft YaHei</vt:lpstr>
      <vt:lpstr>Arial Unicode MS</vt:lpstr>
      <vt:lpstr>Calibri</vt:lpstr>
      <vt:lpstr>Calibri Light</vt:lpstr>
      <vt:lpstr>Manrope ExtraBold</vt:lpstr>
      <vt:lpstr>Custom Design</vt:lpstr>
      <vt:lpstr>Office Theme</vt:lpstr>
      <vt:lpstr>PowerPoint 演示文稿</vt:lpstr>
      <vt:lpstr>Contents</vt:lpstr>
      <vt:lpstr>INTRODUCTION</vt:lpstr>
      <vt:lpstr>BACKGROUND</vt:lpstr>
      <vt:lpstr>SPECIFICATION &amp; DESIGN</vt:lpstr>
      <vt:lpstr>DATA COLLECTION &amp; PREPROCESSING </vt:lpstr>
      <vt:lpstr>FEATURE ENGINEERING AND SELECTION</vt:lpstr>
      <vt:lpstr>MODEL SELECTION  TRAININNG AND TESTING</vt:lpstr>
      <vt:lpstr>MODEL DEPLOYMENT AND INTEGRATION</vt:lpstr>
      <vt:lpstr>RESULTS &amp; CONCLUSION</vt:lpstr>
      <vt:lpstr>FUTURE WORKS &amp; RECOMMENDATION</vt:lpstr>
      <vt:lpstr>FUTURE WORKS &amp; RECOMMENDATION</vt:lpstr>
      <vt:lpstr>DEMONSTRATION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Sudath Weerasinghe</cp:lastModifiedBy>
  <cp:revision>23</cp:revision>
  <dcterms:created xsi:type="dcterms:W3CDTF">2024-08-07T02:54:00Z</dcterms:created>
  <dcterms:modified xsi:type="dcterms:W3CDTF">2026-09-28T04:17:40Z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BC3C4A791483458CA47B72D3B208069F_13</vt:lpwstr>
  </property>
</Properties>
</file>