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1" r:id="rId3"/>
  </p:sldMasterIdLst>
  <p:notesMasterIdLst>
    <p:notesMasterId r:id="rId10"/>
  </p:notesMasterIdLst>
  <p:sldIdLst>
    <p:sldId id="256" r:id="rId22"/>
    <p:sldId id="257" r:id="rId23"/>
    <p:sldId id="258" r:id="rId24"/>
    <p:sldId id="259" r:id="rId25"/>
    <p:sldId id="260" r:id="rId26"/>
    <p:sldId id="261" r:id="rId27"/>
    <p:sldId id="262" r:id="rId28"/>
    <p:sldId id="263" r:id="rId29"/>
    <p:sldId id="264" r:id="rId30"/>
    <p:sldId id="265" r:id="rId31"/>
    <p:sldId id="266" r:id="rId32"/>
    <p:sldId id="267" r:id="rId33"/>
    <p:sldId id="268" r:id="rId34"/>
    <p:sldId id="269" r:id="rId35"/>
  </p:sldIdLst>
  <p:sldSz cx="12192000" cy="6858000"/>
  <p:notesSz cx="6858000" cy="9144000"/>
  <p:defaultTextStyle>
    <a:defPPr>
      <a:defRPr lang="x-non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170"/>
    <a:srgbClr val="2053EF"/>
    <a:srgbClr val="112957"/>
    <a:srgbClr val="00327F"/>
    <a:srgbClr val="1036B0"/>
    <a:srgbClr val="0040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18"/>
    <p:restoredTop sz="96341"/>
  </p:normalViewPr>
  <p:slideViewPr>
    <p:cSldViewPr snapToGrid="0">
      <p:cViewPr varScale="1">
        <p:scale>
          <a:sx n="122" d="100"/>
          <a:sy n="122" d="100"/>
        </p:scale>
        <p:origin x="232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ableStyles" Target="tableStyles.xml"/><Relationship Id="rId22" Type="http://schemas.openxmlformats.org/officeDocument/2006/relationships/slide" Target="slides/slide1.xml"/><Relationship Id="rId23" Type="http://schemas.openxmlformats.org/officeDocument/2006/relationships/slide" Target="slides/slide2.xml"/><Relationship Id="rId24" Type="http://schemas.openxmlformats.org/officeDocument/2006/relationships/slide" Target="slides/slide3.xml"/><Relationship Id="rId25" Type="http://schemas.openxmlformats.org/officeDocument/2006/relationships/slide" Target="slides/slide4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tags" Target="../tags/tag11.xml"/><Relationship Id="rId13" Type="http://schemas.openxmlformats.org/officeDocument/2006/relationships/tags" Target="../tags/tag12.xml"/><Relationship Id="rId14" Type="http://schemas.openxmlformats.org/officeDocument/2006/relationships/tags" Target="../tags/tag13.xml"/><Relationship Id="rId15" Type="http://schemas.openxmlformats.org/officeDocument/2006/relationships/tags" Target="../tags/tag14.xml"/><Relationship Id="rId16" Type="http://schemas.openxmlformats.org/officeDocument/2006/relationships/tags" Target="../tags/tag15.xml"/><Relationship Id="rId17" Type="http://schemas.openxmlformats.org/officeDocument/2006/relationships/tags" Target="../tags/tag16.xml"/><Relationship Id="rId18" Type="http://schemas.openxmlformats.org/officeDocument/2006/relationships/tags" Target="../tags/tag17.xml"/><Relationship Id="rId19" Type="http://schemas.openxmlformats.org/officeDocument/2006/relationships/tags" Target="../tags/tag18.xml"/><Relationship Id="rId20" Type="http://schemas.openxmlformats.org/officeDocument/2006/relationships/tags" Target="../tags/tag19.xml"/><Relationship Id="rId21" Type="http://schemas.openxmlformats.org/officeDocument/2006/relationships/tags" Target="../tags/tag20.xml"/><Relationship Id="rId22" Type="http://schemas.openxmlformats.org/officeDocument/2006/relationships/tags" Target="../tags/tag21.xml"/><Relationship Id="rId23" Type="http://schemas.openxmlformats.org/officeDocument/2006/relationships/tags" Target="../tags/tag22.xml"/><Relationship Id="rId24" Type="http://schemas.openxmlformats.org/officeDocument/2006/relationships/tags" Target="../tags/tag23.xml"/><Relationship Id="rId25" Type="http://schemas.openxmlformats.org/officeDocument/2006/relationships/tags" Target="../tags/tag24.xml"/><Relationship Id="rId26" Type="http://schemas.openxmlformats.org/officeDocument/2006/relationships/tags" Target="../tags/tag25.xml"/><Relationship Id="rId27" Type="http://schemas.openxmlformats.org/officeDocument/2006/relationships/tags" Target="../tags/tag26.xml"/><Relationship Id="rId28" Type="http://schemas.openxmlformats.org/officeDocument/2006/relationships/tags" Target="../tags/tag27.xml"/><Relationship Id="rId29" Type="http://schemas.openxmlformats.org/officeDocument/2006/relationships/tags" Target="../tags/tag28.xml"/><Relationship Id="rId30" Type="http://schemas.openxmlformats.org/officeDocument/2006/relationships/tags" Target="../tags/tag29.xml"/><Relationship Id="rId31" Type="http://schemas.openxmlformats.org/officeDocument/2006/relationships/tags" Target="../tags/tag30.xml"/><Relationship Id="rId32" Type="http://schemas.openxmlformats.org/officeDocument/2006/relationships/tags" Target="../tags/tag31.xml"/><Relationship Id="rId33" Type="http://schemas.openxmlformats.org/officeDocument/2006/relationships/tags" Target="../tags/tag32.xml"/><Relationship Id="rId34" Type="http://schemas.openxmlformats.org/officeDocument/2006/relationships/tags" Target="../tags/tag33.xml"/><Relationship Id="rId35" Type="http://schemas.openxmlformats.org/officeDocument/2006/relationships/tags" Target="../tags/tag34.xml"/><Relationship Id="rId36" Type="http://schemas.openxmlformats.org/officeDocument/2006/relationships/tags" Target="../tags/tag35.xml"/><Relationship Id="rId37" Type="http://schemas.openxmlformats.org/officeDocument/2006/relationships/tags" Target="../tags/tag36.xml"/><Relationship Id="rId38" Type="http://schemas.openxmlformats.org/officeDocument/2006/relationships/tags" Target="../tags/tag37.xml"/><Relationship Id="rId39" Type="http://schemas.openxmlformats.org/officeDocument/2006/relationships/tags" Target="../tags/tag38.xml"/><Relationship Id="rId40" Type="http://schemas.openxmlformats.org/officeDocument/2006/relationships/tags" Target="../tags/tag39.xml"/><Relationship Id="rId41" Type="http://schemas.openxmlformats.org/officeDocument/2006/relationships/tags" Target="../tags/tag40.xml"/><Relationship Id="rId42" Type="http://schemas.openxmlformats.org/officeDocument/2006/relationships/tags" Target="../tags/tag41.xml"/><Relationship Id="rId43" Type="http://schemas.openxmlformats.org/officeDocument/2006/relationships/tags" Target="../tags/tag42.xml"/><Relationship Id="rId44" Type="http://schemas.openxmlformats.org/officeDocument/2006/relationships/tags" Target="../tags/tag43.xml"/><Relationship Id="rId45" Type="http://schemas.openxmlformats.org/officeDocument/2006/relationships/tags" Target="../tags/tag44.xml"/><Relationship Id="rId46" Type="http://schemas.openxmlformats.org/officeDocument/2006/relationships/tags" Target="../tags/tag45.xml"/><Relationship Id="rId47" Type="http://schemas.openxmlformats.org/officeDocument/2006/relationships/tags" Target="../tags/tag46.xml"/><Relationship Id="rId48" Type="http://schemas.openxmlformats.org/officeDocument/2006/relationships/tags" Target="../tags/tag47.xml"/><Relationship Id="rId49" Type="http://schemas.openxmlformats.org/officeDocument/2006/relationships/tags" Target="../tags/tag48.xml"/><Relationship Id="rId50" Type="http://schemas.openxmlformats.org/officeDocument/2006/relationships/tags" Target="../tags/tag49.xml"/><Relationship Id="rId51" Type="http://schemas.openxmlformats.org/officeDocument/2006/relationships/tags" Target="../tags/tag50.xml"/><Relationship Id="rId52" Type="http://schemas.openxmlformats.org/officeDocument/2006/relationships/tags" Target="../tags/tag51.xml"/><Relationship Id="rId53" Type="http://schemas.openxmlformats.org/officeDocument/2006/relationships/tags" Target="../tags/tag52.xml"/><Relationship Id="rId54" Type="http://schemas.openxmlformats.org/officeDocument/2006/relationships/tags" Target="../tags/tag53.xml"/><Relationship Id="rId55" Type="http://schemas.openxmlformats.org/officeDocument/2006/relationships/tags" Target="../tags/tag54.xml"/><Relationship Id="rId56" Type="http://schemas.openxmlformats.org/officeDocument/2006/relationships/tags" Target="../tags/tag55.xml"/><Relationship Id="rId57" Type="http://schemas.openxmlformats.org/officeDocument/2006/relationships/tags" Target="../tags/tag56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7.xml"/><Relationship Id="rId3" Type="http://schemas.openxmlformats.org/officeDocument/2006/relationships/tags" Target="../tags/tag58.xml"/><Relationship Id="rId4" Type="http://schemas.openxmlformats.org/officeDocument/2006/relationships/tags" Target="../tags/tag59.xml"/><Relationship Id="rId5" Type="http://schemas.openxmlformats.org/officeDocument/2006/relationships/tags" Target="../tags/tag60.xml"/><Relationship Id="rId6" Type="http://schemas.openxmlformats.org/officeDocument/2006/relationships/tags" Target="../tags/tag6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Relationship Id="rId7" Type="http://schemas.openxmlformats.org/officeDocument/2006/relationships/tags" Target="../tags/tag67.xml"/><Relationship Id="rId8" Type="http://schemas.openxmlformats.org/officeDocument/2006/relationships/tags" Target="../tags/tag68.xml"/><Relationship Id="rId9" Type="http://schemas.openxmlformats.org/officeDocument/2006/relationships/tags" Target="../tags/tag69.xml"/><Relationship Id="rId10" Type="http://schemas.openxmlformats.org/officeDocument/2006/relationships/tags" Target="../tags/tag70.xml"/><Relationship Id="rId11" Type="http://schemas.openxmlformats.org/officeDocument/2006/relationships/tags" Target="../tags/tag71.xml"/><Relationship Id="rId12" Type="http://schemas.openxmlformats.org/officeDocument/2006/relationships/tags" Target="../tags/tag72.xml"/><Relationship Id="rId13" Type="http://schemas.openxmlformats.org/officeDocument/2006/relationships/tags" Target="../tags/tag73.xml"/><Relationship Id="rId14" Type="http://schemas.openxmlformats.org/officeDocument/2006/relationships/tags" Target="../tags/tag74.xml"/><Relationship Id="rId15" Type="http://schemas.openxmlformats.org/officeDocument/2006/relationships/tags" Target="../tags/tag75.xml"/><Relationship Id="rId16" Type="http://schemas.openxmlformats.org/officeDocument/2006/relationships/tags" Target="../tags/tag76.xml"/><Relationship Id="rId17" Type="http://schemas.openxmlformats.org/officeDocument/2006/relationships/tags" Target="../tags/tag77.xml"/><Relationship Id="rId18" Type="http://schemas.openxmlformats.org/officeDocument/2006/relationships/tags" Target="../tags/tag78.xml"/><Relationship Id="rId19" Type="http://schemas.openxmlformats.org/officeDocument/2006/relationships/tags" Target="../tags/tag79.xml"/><Relationship Id="rId20" Type="http://schemas.openxmlformats.org/officeDocument/2006/relationships/tags" Target="../tags/tag80.xml"/><Relationship Id="rId21" Type="http://schemas.openxmlformats.org/officeDocument/2006/relationships/tags" Target="../tags/tag81.xml"/><Relationship Id="rId22" Type="http://schemas.openxmlformats.org/officeDocument/2006/relationships/tags" Target="../tags/tag82.xml"/><Relationship Id="rId23" Type="http://schemas.openxmlformats.org/officeDocument/2006/relationships/tags" Target="../tags/tag83.xml"/><Relationship Id="rId24" Type="http://schemas.openxmlformats.org/officeDocument/2006/relationships/tags" Target="../tags/tag84.xml"/><Relationship Id="rId25" Type="http://schemas.openxmlformats.org/officeDocument/2006/relationships/tags" Target="../tags/tag85.xml"/><Relationship Id="rId26" Type="http://schemas.openxmlformats.org/officeDocument/2006/relationships/tags" Target="../tags/tag86.xml"/><Relationship Id="rId27" Type="http://schemas.openxmlformats.org/officeDocument/2006/relationships/tags" Target="../tags/tag87.xml"/><Relationship Id="rId28" Type="http://schemas.openxmlformats.org/officeDocument/2006/relationships/tags" Target="../tags/tag88.xml"/><Relationship Id="rId29" Type="http://schemas.openxmlformats.org/officeDocument/2006/relationships/tags" Target="../tags/tag89.xml"/><Relationship Id="rId30" Type="http://schemas.openxmlformats.org/officeDocument/2006/relationships/tags" Target="../tags/tag90.xml"/><Relationship Id="rId31" Type="http://schemas.openxmlformats.org/officeDocument/2006/relationships/tags" Target="../tags/tag91.xml"/><Relationship Id="rId32" Type="http://schemas.openxmlformats.org/officeDocument/2006/relationships/tags" Target="../tags/tag92.xml"/><Relationship Id="rId33" Type="http://schemas.openxmlformats.org/officeDocument/2006/relationships/tags" Target="../tags/tag9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94.xml"/><Relationship Id="rId3" Type="http://schemas.openxmlformats.org/officeDocument/2006/relationships/tags" Target="../tags/tag95.xml"/><Relationship Id="rId4" Type="http://schemas.openxmlformats.org/officeDocument/2006/relationships/tags" Target="../tags/tag96.xml"/><Relationship Id="rId5" Type="http://schemas.openxmlformats.org/officeDocument/2006/relationships/tags" Target="../tags/tag97.xml"/><Relationship Id="rId6" Type="http://schemas.openxmlformats.org/officeDocument/2006/relationships/tags" Target="../tags/tag98.xml"/><Relationship Id="rId7" Type="http://schemas.openxmlformats.org/officeDocument/2006/relationships/tags" Target="../tags/tag99.xml"/><Relationship Id="rId8" Type="http://schemas.openxmlformats.org/officeDocument/2006/relationships/tags" Target="../tags/tag100.xml"/><Relationship Id="rId9" Type="http://schemas.openxmlformats.org/officeDocument/2006/relationships/tags" Target="../tags/tag101.xml"/><Relationship Id="rId10" Type="http://schemas.openxmlformats.org/officeDocument/2006/relationships/tags" Target="../tags/tag102.xml"/><Relationship Id="rId11" Type="http://schemas.openxmlformats.org/officeDocument/2006/relationships/tags" Target="../tags/tag103.xml"/><Relationship Id="rId12" Type="http://schemas.openxmlformats.org/officeDocument/2006/relationships/tags" Target="../tags/tag104.xml"/><Relationship Id="rId13" Type="http://schemas.openxmlformats.org/officeDocument/2006/relationships/tags" Target="../tags/tag105.xml"/><Relationship Id="rId14" Type="http://schemas.openxmlformats.org/officeDocument/2006/relationships/tags" Target="../tags/tag106.xml"/><Relationship Id="rId15" Type="http://schemas.openxmlformats.org/officeDocument/2006/relationships/tags" Target="../tags/tag107.xml"/><Relationship Id="rId16" Type="http://schemas.openxmlformats.org/officeDocument/2006/relationships/tags" Target="../tags/tag108.xml"/><Relationship Id="rId17" Type="http://schemas.openxmlformats.org/officeDocument/2006/relationships/tags" Target="../tags/tag109.xml"/><Relationship Id="rId18" Type="http://schemas.openxmlformats.org/officeDocument/2006/relationships/tags" Target="../tags/tag110.xml"/><Relationship Id="rId19" Type="http://schemas.openxmlformats.org/officeDocument/2006/relationships/tags" Target="../tags/tag111.xml"/><Relationship Id="rId20" Type="http://schemas.openxmlformats.org/officeDocument/2006/relationships/tags" Target="../tags/tag112.xml"/><Relationship Id="rId21" Type="http://schemas.openxmlformats.org/officeDocument/2006/relationships/tags" Target="../tags/tag113.xml"/><Relationship Id="rId22" Type="http://schemas.openxmlformats.org/officeDocument/2006/relationships/tags" Target="../tags/tag114.xml"/><Relationship Id="rId23" Type="http://schemas.openxmlformats.org/officeDocument/2006/relationships/tags" Target="../tags/tag115.xml"/><Relationship Id="rId24" Type="http://schemas.openxmlformats.org/officeDocument/2006/relationships/tags" Target="../tags/tag116.xml"/><Relationship Id="rId25" Type="http://schemas.openxmlformats.org/officeDocument/2006/relationships/tags" Target="../tags/tag117.xml"/><Relationship Id="rId26" Type="http://schemas.openxmlformats.org/officeDocument/2006/relationships/tags" Target="../tags/tag118.xml"/><Relationship Id="rId27" Type="http://schemas.openxmlformats.org/officeDocument/2006/relationships/tags" Target="../tags/tag119.xml"/><Relationship Id="rId28" Type="http://schemas.openxmlformats.org/officeDocument/2006/relationships/tags" Target="../tags/tag120.xml"/><Relationship Id="rId29" Type="http://schemas.openxmlformats.org/officeDocument/2006/relationships/tags" Target="../tags/tag121.xml"/><Relationship Id="rId30" Type="http://schemas.openxmlformats.org/officeDocument/2006/relationships/tags" Target="../tags/tag122.xml"/><Relationship Id="rId31" Type="http://schemas.openxmlformats.org/officeDocument/2006/relationships/tags" Target="../tags/tag123.xml"/><Relationship Id="rId32" Type="http://schemas.openxmlformats.org/officeDocument/2006/relationships/tags" Target="../tags/tag124.xml"/><Relationship Id="rId33" Type="http://schemas.openxmlformats.org/officeDocument/2006/relationships/tags" Target="../tags/tag125.xml"/><Relationship Id="rId34" Type="http://schemas.openxmlformats.org/officeDocument/2006/relationships/tags" Target="../tags/tag126.xml"/><Relationship Id="rId35" Type="http://schemas.openxmlformats.org/officeDocument/2006/relationships/tags" Target="../tags/tag127.xml"/><Relationship Id="rId36" Type="http://schemas.openxmlformats.org/officeDocument/2006/relationships/tags" Target="../tags/tag128.xml"/><Relationship Id="rId37" Type="http://schemas.openxmlformats.org/officeDocument/2006/relationships/tags" Target="../tags/tag129.xml"/><Relationship Id="rId38" Type="http://schemas.openxmlformats.org/officeDocument/2006/relationships/tags" Target="../tags/tag130.xml"/><Relationship Id="rId39" Type="http://schemas.openxmlformats.org/officeDocument/2006/relationships/tags" Target="../tags/tag131.xml"/><Relationship Id="rId40" Type="http://schemas.openxmlformats.org/officeDocument/2006/relationships/tags" Target="../tags/tag132.xml"/><Relationship Id="rId41" Type="http://schemas.openxmlformats.org/officeDocument/2006/relationships/tags" Target="../tags/tag133.xml"/><Relationship Id="rId42" Type="http://schemas.openxmlformats.org/officeDocument/2006/relationships/tags" Target="../tags/tag134.xml"/><Relationship Id="rId43" Type="http://schemas.openxmlformats.org/officeDocument/2006/relationships/tags" Target="../tags/tag135.xml"/><Relationship Id="rId44" Type="http://schemas.openxmlformats.org/officeDocument/2006/relationships/tags" Target="../tags/tag136.xml"/><Relationship Id="rId45" Type="http://schemas.openxmlformats.org/officeDocument/2006/relationships/tags" Target="../tags/tag137.xml"/><Relationship Id="rId46" Type="http://schemas.openxmlformats.org/officeDocument/2006/relationships/tags" Target="../tags/tag138.xml"/><Relationship Id="rId47" Type="http://schemas.openxmlformats.org/officeDocument/2006/relationships/tags" Target="../tags/tag139.xml"/><Relationship Id="rId48" Type="http://schemas.openxmlformats.org/officeDocument/2006/relationships/tags" Target="../tags/tag140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41.xml"/><Relationship Id="rId3" Type="http://schemas.openxmlformats.org/officeDocument/2006/relationships/tags" Target="../tags/tag142.xml"/><Relationship Id="rId4" Type="http://schemas.openxmlformats.org/officeDocument/2006/relationships/tags" Target="../tags/tag143.xml"/><Relationship Id="rId5" Type="http://schemas.openxmlformats.org/officeDocument/2006/relationships/tags" Target="../tags/tag144.xml"/><Relationship Id="rId6" Type="http://schemas.openxmlformats.org/officeDocument/2006/relationships/tags" Target="../tags/tag145.xml"/><Relationship Id="rId7" Type="http://schemas.openxmlformats.org/officeDocument/2006/relationships/tags" Target="../tags/tag146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47.xml"/><Relationship Id="rId3" Type="http://schemas.openxmlformats.org/officeDocument/2006/relationships/tags" Target="../tags/tag148.xml"/><Relationship Id="rId4" Type="http://schemas.openxmlformats.org/officeDocument/2006/relationships/tags" Target="../tags/tag149.xml"/><Relationship Id="rId5" Type="http://schemas.openxmlformats.org/officeDocument/2006/relationships/tags" Target="../tags/tag150.xml"/><Relationship Id="rId6" Type="http://schemas.openxmlformats.org/officeDocument/2006/relationships/tags" Target="../tags/tag151.xml"/><Relationship Id="rId7" Type="http://schemas.openxmlformats.org/officeDocument/2006/relationships/tags" Target="../tags/tag152.xml"/><Relationship Id="rId8" Type="http://schemas.openxmlformats.org/officeDocument/2006/relationships/tags" Target="../tags/tag153.xml"/><Relationship Id="rId9" Type="http://schemas.openxmlformats.org/officeDocument/2006/relationships/tags" Target="../tags/tag154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55.xml"/><Relationship Id="rId3" Type="http://schemas.openxmlformats.org/officeDocument/2006/relationships/tags" Target="../tags/tag156.xml"/><Relationship Id="rId4" Type="http://schemas.openxmlformats.org/officeDocument/2006/relationships/tags" Target="../tags/tag157.xml"/><Relationship Id="rId5" Type="http://schemas.openxmlformats.org/officeDocument/2006/relationships/tags" Target="../tags/tag158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59.xml"/><Relationship Id="rId3" Type="http://schemas.openxmlformats.org/officeDocument/2006/relationships/tags" Target="../tags/tag160.xml"/><Relationship Id="rId4" Type="http://schemas.openxmlformats.org/officeDocument/2006/relationships/tags" Target="../tags/tag16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62.xml"/><Relationship Id="rId3" Type="http://schemas.openxmlformats.org/officeDocument/2006/relationships/tags" Target="../tags/tag163.xml"/><Relationship Id="rId4" Type="http://schemas.openxmlformats.org/officeDocument/2006/relationships/tags" Target="../tags/tag164.xml"/><Relationship Id="rId5" Type="http://schemas.openxmlformats.org/officeDocument/2006/relationships/tags" Target="../tags/tag165.xml"/><Relationship Id="rId6" Type="http://schemas.openxmlformats.org/officeDocument/2006/relationships/tags" Target="../tags/tag166.xml"/><Relationship Id="rId7" Type="http://schemas.openxmlformats.org/officeDocument/2006/relationships/tags" Target="../tags/tag167.xml"/><Relationship Id="rId8" Type="http://schemas.openxmlformats.org/officeDocument/2006/relationships/tags" Target="../tags/tag168.xml"/><Relationship Id="rId9" Type="http://schemas.openxmlformats.org/officeDocument/2006/relationships/tags" Target="../tags/tag169.xml"/><Relationship Id="rId10" Type="http://schemas.openxmlformats.org/officeDocument/2006/relationships/tags" Target="../tags/tag170.xml"/><Relationship Id="rId11" Type="http://schemas.openxmlformats.org/officeDocument/2006/relationships/tags" Target="../tags/tag171.xml"/><Relationship Id="rId12" Type="http://schemas.openxmlformats.org/officeDocument/2006/relationships/tags" Target="../tags/tag172.xml"/><Relationship Id="rId13" Type="http://schemas.openxmlformats.org/officeDocument/2006/relationships/tags" Target="../tags/tag173.xml"/><Relationship Id="rId14" Type="http://schemas.openxmlformats.org/officeDocument/2006/relationships/tags" Target="../tags/tag174.xml"/><Relationship Id="rId15" Type="http://schemas.openxmlformats.org/officeDocument/2006/relationships/tags" Target="../tags/tag175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76.xml"/><Relationship Id="rId3" Type="http://schemas.openxmlformats.org/officeDocument/2006/relationships/tags" Target="../tags/tag177.xml"/><Relationship Id="rId4" Type="http://schemas.openxmlformats.org/officeDocument/2006/relationships/tags" Target="../tags/tag178.xml"/><Relationship Id="rId5" Type="http://schemas.openxmlformats.org/officeDocument/2006/relationships/tags" Target="../tags/tag179.xml"/><Relationship Id="rId6" Type="http://schemas.openxmlformats.org/officeDocument/2006/relationships/tags" Target="../tags/tag180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81.xml"/><Relationship Id="rId3" Type="http://schemas.openxmlformats.org/officeDocument/2006/relationships/tags" Target="../tags/tag182.xml"/><Relationship Id="rId4" Type="http://schemas.openxmlformats.org/officeDocument/2006/relationships/tags" Target="../tags/tag183.xml"/><Relationship Id="rId5" Type="http://schemas.openxmlformats.org/officeDocument/2006/relationships/tags" Target="../tags/tag184.xml"/><Relationship Id="rId6" Type="http://schemas.openxmlformats.org/officeDocument/2006/relationships/tags" Target="../tags/tag185.xml"/><Relationship Id="rId7" Type="http://schemas.openxmlformats.org/officeDocument/2006/relationships/tags" Target="../tags/tag186.xml"/><Relationship Id="rId8" Type="http://schemas.openxmlformats.org/officeDocument/2006/relationships/tags" Target="../tags/tag187.xml"/><Relationship Id="rId9" Type="http://schemas.openxmlformats.org/officeDocument/2006/relationships/tags" Target="../tags/tag188.xml"/><Relationship Id="rId10" Type="http://schemas.openxmlformats.org/officeDocument/2006/relationships/tags" Target="../tags/tag189.xml"/><Relationship Id="rId11" Type="http://schemas.openxmlformats.org/officeDocument/2006/relationships/tags" Target="../tags/tag190.xml"/><Relationship Id="rId12" Type="http://schemas.openxmlformats.org/officeDocument/2006/relationships/tags" Target="../tags/tag191.xml"/><Relationship Id="rId13" Type="http://schemas.openxmlformats.org/officeDocument/2006/relationships/tags" Target="../tags/tag192.xml"/><Relationship Id="rId14" Type="http://schemas.openxmlformats.org/officeDocument/2006/relationships/tags" Target="../tags/tag193.xml"/><Relationship Id="rId15" Type="http://schemas.openxmlformats.org/officeDocument/2006/relationships/tags" Target="../tags/tag194.xml"/><Relationship Id="rId16" Type="http://schemas.openxmlformats.org/officeDocument/2006/relationships/tags" Target="../tags/tag195.xml"/><Relationship Id="rId17" Type="http://schemas.openxmlformats.org/officeDocument/2006/relationships/tags" Target="../tags/tag196.xml"/><Relationship Id="rId18" Type="http://schemas.openxmlformats.org/officeDocument/2006/relationships/tags" Target="../tags/tag197.xml"/><Relationship Id="rId19" Type="http://schemas.openxmlformats.org/officeDocument/2006/relationships/tags" Target="../tags/tag198.xml"/><Relationship Id="rId20" Type="http://schemas.openxmlformats.org/officeDocument/2006/relationships/tags" Target="../tags/tag199.xml"/><Relationship Id="rId21" Type="http://schemas.openxmlformats.org/officeDocument/2006/relationships/tags" Target="../tags/tag200.xml"/><Relationship Id="rId22" Type="http://schemas.openxmlformats.org/officeDocument/2006/relationships/tags" Target="../tags/tag201.xml"/><Relationship Id="rId23" Type="http://schemas.openxmlformats.org/officeDocument/2006/relationships/tags" Target="../tags/tag202.xml"/><Relationship Id="rId24" Type="http://schemas.openxmlformats.org/officeDocument/2006/relationships/tags" Target="../tags/tag203.xml"/><Relationship Id="rId25" Type="http://schemas.openxmlformats.org/officeDocument/2006/relationships/tags" Target="../tags/tag204.xml"/><Relationship Id="rId26" Type="http://schemas.openxmlformats.org/officeDocument/2006/relationships/tags" Target="../tags/tag205.xml"/><Relationship Id="rId27" Type="http://schemas.openxmlformats.org/officeDocument/2006/relationships/tags" Target="../tags/tag206.xml"/><Relationship Id="rId28" Type="http://schemas.openxmlformats.org/officeDocument/2006/relationships/tags" Target="../tags/tag207.xml"/><Relationship Id="rId29" Type="http://schemas.openxmlformats.org/officeDocument/2006/relationships/tags" Target="../tags/tag208.xml"/><Relationship Id="rId30" Type="http://schemas.openxmlformats.org/officeDocument/2006/relationships/tags" Target="../tags/tag209.xml"/><Relationship Id="rId31" Type="http://schemas.openxmlformats.org/officeDocument/2006/relationships/tags" Target="../tags/tag210.xml"/><Relationship Id="rId32" Type="http://schemas.openxmlformats.org/officeDocument/2006/relationships/tags" Target="../tags/tag211.xml"/><Relationship Id="rId33" Type="http://schemas.openxmlformats.org/officeDocument/2006/relationships/tags" Target="../tags/tag212.xml"/><Relationship Id="rId34" Type="http://schemas.openxmlformats.org/officeDocument/2006/relationships/tags" Target="../tags/tag213.xml"/><Relationship Id="rId35" Type="http://schemas.openxmlformats.org/officeDocument/2006/relationships/tags" Target="../tags/tag214.xml"/><Relationship Id="rId36" Type="http://schemas.openxmlformats.org/officeDocument/2006/relationships/tags" Target="../tags/tag215.xml"/><Relationship Id="rId37" Type="http://schemas.openxmlformats.org/officeDocument/2006/relationships/tags" Target="../tags/tag216.xml"/><Relationship Id="rId38" Type="http://schemas.openxmlformats.org/officeDocument/2006/relationships/tags" Target="../tags/tag217.xml"/><Relationship Id="rId39" Type="http://schemas.openxmlformats.org/officeDocument/2006/relationships/tags" Target="../tags/tag218.xml"/><Relationship Id="rId40" Type="http://schemas.openxmlformats.org/officeDocument/2006/relationships/tags" Target="../tags/tag219.xml"/><Relationship Id="rId41" Type="http://schemas.openxmlformats.org/officeDocument/2006/relationships/tags" Target="../tags/tag220.xml"/><Relationship Id="rId42" Type="http://schemas.openxmlformats.org/officeDocument/2006/relationships/tags" Target="../tags/tag221.xml"/><Relationship Id="rId43" Type="http://schemas.openxmlformats.org/officeDocument/2006/relationships/tags" Target="../tags/tag222.xml"/><Relationship Id="rId44" Type="http://schemas.openxmlformats.org/officeDocument/2006/relationships/tags" Target="../tags/tag223.xml"/><Relationship Id="rId45" Type="http://schemas.openxmlformats.org/officeDocument/2006/relationships/tags" Target="../tags/tag224.xml"/><Relationship Id="rId46" Type="http://schemas.openxmlformats.org/officeDocument/2006/relationships/tags" Target="../tags/tag225.xml"/><Relationship Id="rId47" Type="http://schemas.openxmlformats.org/officeDocument/2006/relationships/tags" Target="../tags/tag226.xml"/><Relationship Id="rId48" Type="http://schemas.openxmlformats.org/officeDocument/2006/relationships/tags" Target="../tags/tag227.xml"/><Relationship Id="rId49" Type="http://schemas.openxmlformats.org/officeDocument/2006/relationships/tags" Target="../tags/tag228.xml"/><Relationship Id="rId50" Type="http://schemas.openxmlformats.org/officeDocument/2006/relationships/tags" Target="../tags/tag229.xml"/><Relationship Id="rId51" Type="http://schemas.openxmlformats.org/officeDocument/2006/relationships/tags" Target="../tags/tag230.xml"/><Relationship Id="rId52" Type="http://schemas.openxmlformats.org/officeDocument/2006/relationships/tags" Target="../tags/tag231.xml"/><Relationship Id="rId53" Type="http://schemas.openxmlformats.org/officeDocument/2006/relationships/tags" Target="../tags/tag232.xml"/><Relationship Id="rId54" Type="http://schemas.openxmlformats.org/officeDocument/2006/relationships/tags" Target="../tags/tag233.xml"/><Relationship Id="rId55" Type="http://schemas.openxmlformats.org/officeDocument/2006/relationships/tags" Target="../tags/tag234.xml"/><Relationship Id="rId56" Type="http://schemas.openxmlformats.org/officeDocument/2006/relationships/tags" Target="../tags/tag235.xml"/><Relationship Id="rId57" Type="http://schemas.openxmlformats.org/officeDocument/2006/relationships/tags" Target="../tags/tag23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x-non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x-non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x-non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x-none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x-non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x-non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x-none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x-non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x-non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CFAFBDD-B3A6-764C-96C5-D47E408BE7DA}" type="datetimeFigureOut">
              <a:rPr lang="x-none" smtClean="0"/>
            </a:fld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4F24236-A7E8-8F4B-916A-973104C1EEF5}" type="slidenum">
              <a:rPr lang="x-none" smtClean="0"/>
            </a:fld>
            <a:endParaRPr lang="x-none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x-non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CFAFBDD-B3A6-764C-96C5-D47E408BE7DA}" type="datetimeFigureOut">
              <a:rPr lang="x-none" smtClean="0"/>
            </a:fld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4F24236-A7E8-8F4B-916A-973104C1EEF5}" type="slidenum">
              <a:rPr lang="x-none" smtClean="0"/>
            </a:fld>
            <a:endParaRPr lang="x-none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x-non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CFAFBDD-B3A6-764C-96C5-D47E408BE7DA}" type="datetimeFigureOut">
              <a:rPr lang="x-none" smtClean="0"/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4F24236-A7E8-8F4B-916A-973104C1EEF5}" type="slidenum">
              <a:rPr lang="x-none" smtClean="0"/>
            </a:fld>
            <a:endParaRPr lang="x-none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x-non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CFAFBDD-B3A6-764C-96C5-D47E408BE7DA}" type="datetimeFigureOut">
              <a:rPr lang="x-none" smtClean="0"/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4F24236-A7E8-8F4B-916A-973104C1EEF5}" type="slidenum">
              <a:rPr lang="x-none" smtClean="0"/>
            </a:fld>
            <a:endParaRPr lang="x-none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1649-2186&amp;734" descr="preencoded.png"/>
          <p:cNvSpPr/>
          <p:nvPr userDrawn="1">
            <p:custDataLst>
              <p:tags r:id="rId2"/>
            </p:custDataLst>
          </p:nvPr>
        </p:nvSpPr>
        <p:spPr>
          <a:xfrm>
            <a:off x="9625407" y="914400"/>
            <a:ext cx="2566593" cy="2615184"/>
          </a:xfrm>
          <a:custGeom>
            <a:avLst/>
            <a:gdLst>
              <a:gd name="connsiteX0" fmla="*/ 0 w 2566593"/>
              <a:gd name="connsiteY0" fmla="*/ 0 h 2615184"/>
              <a:gd name="connsiteX1" fmla="*/ 2566593 w 2566593"/>
              <a:gd name="connsiteY1" fmla="*/ 0 h 2615184"/>
              <a:gd name="connsiteX2" fmla="*/ 2566593 w 2566593"/>
              <a:gd name="connsiteY2" fmla="*/ 2615184 h 2615184"/>
              <a:gd name="connsiteX3" fmla="*/ 0 w 2566593"/>
              <a:gd name="connsiteY3" fmla="*/ 2615184 h 2615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6593" h="2615184">
                <a:moveTo>
                  <a:pt x="0" y="0"/>
                </a:moveTo>
                <a:lnTo>
                  <a:pt x="2566593" y="0"/>
                </a:lnTo>
                <a:lnTo>
                  <a:pt x="2566593" y="2615184"/>
                </a:lnTo>
                <a:lnTo>
                  <a:pt x="0" y="2615184"/>
                </a:lnTo>
                <a:close/>
              </a:path>
            </a:pathLst>
          </a:custGeom>
          <a:gradFill>
            <a:gsLst>
              <a:gs pos="19361">
                <a:schemeClr val="accent2"/>
              </a:gs>
              <a:gs pos="100000">
                <a:schemeClr val="accent3">
                  <a:lumMod val="20000"/>
                  <a:lumOff val="80000"/>
                  <a:alpha val="0"/>
                </a:schemeClr>
              </a:gs>
            </a:gsLst>
            <a:lin ang="0" scaled="1"/>
          </a:gra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14" name="Ellipse 37-2186&amp;742" descr="preencoded.png"/>
          <p:cNvSpPr/>
          <p:nvPr>
            <p:custDataLst>
              <p:tags r:id="rId3"/>
            </p:custDataLst>
          </p:nvPr>
        </p:nvSpPr>
        <p:spPr>
          <a:xfrm>
            <a:off x="7388352" y="5979504"/>
            <a:ext cx="1892808" cy="878496"/>
          </a:xfrm>
          <a:custGeom>
            <a:avLst/>
            <a:gdLst>
              <a:gd name="connsiteX0" fmla="*/ 946404 w 1892808"/>
              <a:gd name="connsiteY0" fmla="*/ 878496 h 878496"/>
              <a:gd name="connsiteX1" fmla="*/ 0 w 1892808"/>
              <a:gd name="connsiteY1" fmla="*/ 878496 h 878496"/>
              <a:gd name="connsiteX2" fmla="*/ 72041 w 1892808"/>
              <a:gd name="connsiteY2" fmla="*/ 542310 h 878496"/>
              <a:gd name="connsiteX3" fmla="*/ 277195 w 1892808"/>
              <a:gd name="connsiteY3" fmla="*/ 257306 h 878496"/>
              <a:gd name="connsiteX4" fmla="*/ 584231 w 1892808"/>
              <a:gd name="connsiteY4" fmla="*/ 66872 h 878496"/>
              <a:gd name="connsiteX5" fmla="*/ 946404 w 1892808"/>
              <a:gd name="connsiteY5" fmla="*/ 0 h 878496"/>
              <a:gd name="connsiteX6" fmla="*/ 1308578 w 1892808"/>
              <a:gd name="connsiteY6" fmla="*/ 66872 h 878496"/>
              <a:gd name="connsiteX7" fmla="*/ 1615607 w 1892808"/>
              <a:gd name="connsiteY7" fmla="*/ 257306 h 878496"/>
              <a:gd name="connsiteX8" fmla="*/ 1820767 w 1892808"/>
              <a:gd name="connsiteY8" fmla="*/ 542310 h 878496"/>
              <a:gd name="connsiteX9" fmla="*/ 1892808 w 1892808"/>
              <a:gd name="connsiteY9" fmla="*/ 878496 h 87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892808" h="878496">
                <a:moveTo>
                  <a:pt x="946404" y="878496"/>
                </a:moveTo>
                <a:lnTo>
                  <a:pt x="0" y="878496"/>
                </a:lnTo>
                <a:cubicBezTo>
                  <a:pt x="0" y="763130"/>
                  <a:pt x="24479" y="648894"/>
                  <a:pt x="72041" y="542310"/>
                </a:cubicBezTo>
                <a:cubicBezTo>
                  <a:pt x="119602" y="435727"/>
                  <a:pt x="189314" y="338882"/>
                  <a:pt x="277195" y="257306"/>
                </a:cubicBezTo>
                <a:cubicBezTo>
                  <a:pt x="365077" y="175730"/>
                  <a:pt x="469408" y="111020"/>
                  <a:pt x="584231" y="66872"/>
                </a:cubicBezTo>
                <a:cubicBezTo>
                  <a:pt x="699053" y="22723"/>
                  <a:pt x="822120" y="0"/>
                  <a:pt x="946404" y="0"/>
                </a:cubicBezTo>
                <a:cubicBezTo>
                  <a:pt x="1070688" y="0"/>
                  <a:pt x="1193755" y="22723"/>
                  <a:pt x="1308578" y="66872"/>
                </a:cubicBezTo>
                <a:cubicBezTo>
                  <a:pt x="1423404" y="111020"/>
                  <a:pt x="1527725" y="175730"/>
                  <a:pt x="1615607" y="257306"/>
                </a:cubicBezTo>
                <a:cubicBezTo>
                  <a:pt x="1703489" y="338881"/>
                  <a:pt x="1773206" y="435727"/>
                  <a:pt x="1820767" y="542310"/>
                </a:cubicBezTo>
                <a:cubicBezTo>
                  <a:pt x="1868329" y="648894"/>
                  <a:pt x="1892808" y="763130"/>
                  <a:pt x="1892808" y="878496"/>
                </a:cubicBezTo>
                <a:close/>
              </a:path>
            </a:pathLst>
          </a:custGeom>
          <a:solidFill>
            <a:schemeClr val="accent2">
              <a:alpha val="18000"/>
            </a:schemeClr>
          </a:soli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79" name="任意多边形: 形状 78" descr="preencoded.png"/>
          <p:cNvSpPr/>
          <p:nvPr>
            <p:custDataLst>
              <p:tags r:id="rId4"/>
            </p:custDataLst>
          </p:nvPr>
        </p:nvSpPr>
        <p:spPr>
          <a:xfrm>
            <a:off x="1" y="0"/>
            <a:ext cx="2095873" cy="914400"/>
          </a:xfrm>
          <a:custGeom>
            <a:avLst/>
            <a:gdLst>
              <a:gd name="connsiteX0" fmla="*/ 0 w 2095873"/>
              <a:gd name="connsiteY0" fmla="*/ 0 h 914400"/>
              <a:gd name="connsiteX1" fmla="*/ 2095873 w 2095873"/>
              <a:gd name="connsiteY1" fmla="*/ 0 h 914400"/>
              <a:gd name="connsiteX2" fmla="*/ 2042749 w 2095873"/>
              <a:gd name="connsiteY2" fmla="*/ 112323 h 914400"/>
              <a:gd name="connsiteX3" fmla="*/ 1777581 w 2095873"/>
              <a:gd name="connsiteY3" fmla="*/ 469891 h 914400"/>
              <a:gd name="connsiteX4" fmla="*/ 1285340 w 2095873"/>
              <a:gd name="connsiteY4" fmla="*/ 798876 h 914400"/>
              <a:gd name="connsiteX5" fmla="*/ 704689 w 2095873"/>
              <a:gd name="connsiteY5" fmla="*/ 914400 h 914400"/>
              <a:gd name="connsiteX6" fmla="*/ 124042 w 2095873"/>
              <a:gd name="connsiteY6" fmla="*/ 798876 h 914400"/>
              <a:gd name="connsiteX7" fmla="*/ 0 w 2095873"/>
              <a:gd name="connsiteY7" fmla="*/ 740186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5873" h="914400">
                <a:moveTo>
                  <a:pt x="0" y="0"/>
                </a:moveTo>
                <a:lnTo>
                  <a:pt x="2095873" y="0"/>
                </a:lnTo>
                <a:lnTo>
                  <a:pt x="2042749" y="112323"/>
                </a:lnTo>
                <a:cubicBezTo>
                  <a:pt x="1972540" y="243663"/>
                  <a:pt x="1883256" y="364196"/>
                  <a:pt x="1777581" y="469891"/>
                </a:cubicBezTo>
                <a:cubicBezTo>
                  <a:pt x="1636694" y="610818"/>
                  <a:pt x="1469423" y="722607"/>
                  <a:pt x="1285340" y="798876"/>
                </a:cubicBezTo>
                <a:cubicBezTo>
                  <a:pt x="1101249" y="875144"/>
                  <a:pt x="903945" y="914400"/>
                  <a:pt x="704689" y="914400"/>
                </a:cubicBezTo>
                <a:cubicBezTo>
                  <a:pt x="505434" y="914400"/>
                  <a:pt x="308130" y="875144"/>
                  <a:pt x="124042" y="798876"/>
                </a:cubicBezTo>
                <a:lnTo>
                  <a:pt x="0" y="740186"/>
                </a:lnTo>
                <a:close/>
              </a:path>
            </a:pathLst>
          </a:custGeom>
          <a:solidFill>
            <a:schemeClr val="accent2">
              <a:alpha val="20000"/>
            </a:schemeClr>
          </a:soli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54" name="椭圆 53"/>
          <p:cNvSpPr/>
          <p:nvPr>
            <p:custDataLst>
              <p:tags r:id="rId5"/>
            </p:custDataLst>
          </p:nvPr>
        </p:nvSpPr>
        <p:spPr>
          <a:xfrm>
            <a:off x="9775190" y="444373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5" name="椭圆 54"/>
          <p:cNvSpPr/>
          <p:nvPr>
            <p:custDataLst>
              <p:tags r:id="rId6"/>
            </p:custDataLst>
          </p:nvPr>
        </p:nvSpPr>
        <p:spPr>
          <a:xfrm>
            <a:off x="10154285" y="443611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6" name="椭圆 55"/>
          <p:cNvSpPr/>
          <p:nvPr>
            <p:custDataLst>
              <p:tags r:id="rId7"/>
            </p:custDataLst>
          </p:nvPr>
        </p:nvSpPr>
        <p:spPr>
          <a:xfrm>
            <a:off x="10533380" y="442849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7" name="椭圆 56"/>
          <p:cNvSpPr/>
          <p:nvPr>
            <p:custDataLst>
              <p:tags r:id="rId8"/>
            </p:custDataLst>
          </p:nvPr>
        </p:nvSpPr>
        <p:spPr>
          <a:xfrm>
            <a:off x="10912475" y="443611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8" name="椭圆 57"/>
          <p:cNvSpPr/>
          <p:nvPr>
            <p:custDataLst>
              <p:tags r:id="rId9"/>
            </p:custDataLst>
          </p:nvPr>
        </p:nvSpPr>
        <p:spPr>
          <a:xfrm>
            <a:off x="11291570" y="442849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9" name="椭圆 58"/>
          <p:cNvSpPr/>
          <p:nvPr>
            <p:custDataLst>
              <p:tags r:id="rId10"/>
            </p:custDataLst>
          </p:nvPr>
        </p:nvSpPr>
        <p:spPr>
          <a:xfrm>
            <a:off x="11670665" y="444373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8" name="椭圆 47"/>
          <p:cNvSpPr/>
          <p:nvPr>
            <p:custDataLst>
              <p:tags r:id="rId11"/>
            </p:custDataLst>
          </p:nvPr>
        </p:nvSpPr>
        <p:spPr>
          <a:xfrm>
            <a:off x="9775190" y="482282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9" name="椭圆 48"/>
          <p:cNvSpPr/>
          <p:nvPr>
            <p:custDataLst>
              <p:tags r:id="rId12"/>
            </p:custDataLst>
          </p:nvPr>
        </p:nvSpPr>
        <p:spPr>
          <a:xfrm>
            <a:off x="10154285" y="481520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0" name="椭圆 49"/>
          <p:cNvSpPr/>
          <p:nvPr>
            <p:custDataLst>
              <p:tags r:id="rId13"/>
            </p:custDataLst>
          </p:nvPr>
        </p:nvSpPr>
        <p:spPr>
          <a:xfrm>
            <a:off x="10533380" y="480758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1" name="椭圆 50"/>
          <p:cNvSpPr/>
          <p:nvPr>
            <p:custDataLst>
              <p:tags r:id="rId14"/>
            </p:custDataLst>
          </p:nvPr>
        </p:nvSpPr>
        <p:spPr>
          <a:xfrm>
            <a:off x="10912475" y="481520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2" name="椭圆 51"/>
          <p:cNvSpPr/>
          <p:nvPr>
            <p:custDataLst>
              <p:tags r:id="rId15"/>
            </p:custDataLst>
          </p:nvPr>
        </p:nvSpPr>
        <p:spPr>
          <a:xfrm>
            <a:off x="11291570" y="480758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3" name="椭圆 52"/>
          <p:cNvSpPr/>
          <p:nvPr>
            <p:custDataLst>
              <p:tags r:id="rId16"/>
            </p:custDataLst>
          </p:nvPr>
        </p:nvSpPr>
        <p:spPr>
          <a:xfrm>
            <a:off x="11670665" y="482282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2" name="椭圆 41"/>
          <p:cNvSpPr/>
          <p:nvPr>
            <p:custDataLst>
              <p:tags r:id="rId17"/>
            </p:custDataLst>
          </p:nvPr>
        </p:nvSpPr>
        <p:spPr>
          <a:xfrm>
            <a:off x="9775190" y="520192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3" name="椭圆 42"/>
          <p:cNvSpPr/>
          <p:nvPr>
            <p:custDataLst>
              <p:tags r:id="rId18"/>
            </p:custDataLst>
          </p:nvPr>
        </p:nvSpPr>
        <p:spPr>
          <a:xfrm>
            <a:off x="10154285" y="519430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4" name="椭圆 43"/>
          <p:cNvSpPr/>
          <p:nvPr>
            <p:custDataLst>
              <p:tags r:id="rId19"/>
            </p:custDataLst>
          </p:nvPr>
        </p:nvSpPr>
        <p:spPr>
          <a:xfrm>
            <a:off x="10533380" y="518668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5" name="椭圆 44"/>
          <p:cNvSpPr/>
          <p:nvPr>
            <p:custDataLst>
              <p:tags r:id="rId20"/>
            </p:custDataLst>
          </p:nvPr>
        </p:nvSpPr>
        <p:spPr>
          <a:xfrm>
            <a:off x="10912475" y="519430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6" name="椭圆 45"/>
          <p:cNvSpPr/>
          <p:nvPr>
            <p:custDataLst>
              <p:tags r:id="rId21"/>
            </p:custDataLst>
          </p:nvPr>
        </p:nvSpPr>
        <p:spPr>
          <a:xfrm>
            <a:off x="11291570" y="518668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7" name="椭圆 46"/>
          <p:cNvSpPr/>
          <p:nvPr>
            <p:custDataLst>
              <p:tags r:id="rId22"/>
            </p:custDataLst>
          </p:nvPr>
        </p:nvSpPr>
        <p:spPr>
          <a:xfrm>
            <a:off x="11670665" y="520192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6" name="椭圆 35"/>
          <p:cNvSpPr/>
          <p:nvPr>
            <p:custDataLst>
              <p:tags r:id="rId23"/>
            </p:custDataLst>
          </p:nvPr>
        </p:nvSpPr>
        <p:spPr>
          <a:xfrm>
            <a:off x="9775190" y="558101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7" name="椭圆 36"/>
          <p:cNvSpPr/>
          <p:nvPr>
            <p:custDataLst>
              <p:tags r:id="rId24"/>
            </p:custDataLst>
          </p:nvPr>
        </p:nvSpPr>
        <p:spPr>
          <a:xfrm>
            <a:off x="10154285" y="557339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8" name="椭圆 37"/>
          <p:cNvSpPr/>
          <p:nvPr>
            <p:custDataLst>
              <p:tags r:id="rId25"/>
            </p:custDataLst>
          </p:nvPr>
        </p:nvSpPr>
        <p:spPr>
          <a:xfrm>
            <a:off x="10533380" y="556577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9" name="椭圆 38"/>
          <p:cNvSpPr/>
          <p:nvPr>
            <p:custDataLst>
              <p:tags r:id="rId26"/>
            </p:custDataLst>
          </p:nvPr>
        </p:nvSpPr>
        <p:spPr>
          <a:xfrm>
            <a:off x="10912475" y="557339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0" name="椭圆 39"/>
          <p:cNvSpPr/>
          <p:nvPr>
            <p:custDataLst>
              <p:tags r:id="rId27"/>
            </p:custDataLst>
          </p:nvPr>
        </p:nvSpPr>
        <p:spPr>
          <a:xfrm>
            <a:off x="11291570" y="556577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1" name="椭圆 40"/>
          <p:cNvSpPr/>
          <p:nvPr>
            <p:custDataLst>
              <p:tags r:id="rId28"/>
            </p:custDataLst>
          </p:nvPr>
        </p:nvSpPr>
        <p:spPr>
          <a:xfrm>
            <a:off x="11670665" y="558101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0" name="椭圆 29"/>
          <p:cNvSpPr/>
          <p:nvPr>
            <p:custDataLst>
              <p:tags r:id="rId29"/>
            </p:custDataLst>
          </p:nvPr>
        </p:nvSpPr>
        <p:spPr>
          <a:xfrm>
            <a:off x="9775190" y="596011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1" name="椭圆 30"/>
          <p:cNvSpPr/>
          <p:nvPr>
            <p:custDataLst>
              <p:tags r:id="rId30"/>
            </p:custDataLst>
          </p:nvPr>
        </p:nvSpPr>
        <p:spPr>
          <a:xfrm>
            <a:off x="10154285" y="595249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2" name="椭圆 31"/>
          <p:cNvSpPr/>
          <p:nvPr>
            <p:custDataLst>
              <p:tags r:id="rId31"/>
            </p:custDataLst>
          </p:nvPr>
        </p:nvSpPr>
        <p:spPr>
          <a:xfrm>
            <a:off x="10533380" y="594487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3" name="椭圆 32"/>
          <p:cNvSpPr/>
          <p:nvPr>
            <p:custDataLst>
              <p:tags r:id="rId32"/>
            </p:custDataLst>
          </p:nvPr>
        </p:nvSpPr>
        <p:spPr>
          <a:xfrm>
            <a:off x="10912475" y="595249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4" name="椭圆 33"/>
          <p:cNvSpPr/>
          <p:nvPr>
            <p:custDataLst>
              <p:tags r:id="rId33"/>
            </p:custDataLst>
          </p:nvPr>
        </p:nvSpPr>
        <p:spPr>
          <a:xfrm>
            <a:off x="11291570" y="594487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5" name="椭圆 34"/>
          <p:cNvSpPr/>
          <p:nvPr>
            <p:custDataLst>
              <p:tags r:id="rId34"/>
            </p:custDataLst>
          </p:nvPr>
        </p:nvSpPr>
        <p:spPr>
          <a:xfrm>
            <a:off x="11670665" y="596011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3" name="椭圆 22"/>
          <p:cNvSpPr/>
          <p:nvPr>
            <p:custDataLst>
              <p:tags r:id="rId35"/>
            </p:custDataLst>
          </p:nvPr>
        </p:nvSpPr>
        <p:spPr>
          <a:xfrm>
            <a:off x="9775190" y="633920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5" name="椭圆 24"/>
          <p:cNvSpPr/>
          <p:nvPr>
            <p:custDataLst>
              <p:tags r:id="rId36"/>
            </p:custDataLst>
          </p:nvPr>
        </p:nvSpPr>
        <p:spPr>
          <a:xfrm>
            <a:off x="10154285" y="633158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6" name="椭圆 25"/>
          <p:cNvSpPr/>
          <p:nvPr>
            <p:custDataLst>
              <p:tags r:id="rId37"/>
            </p:custDataLst>
          </p:nvPr>
        </p:nvSpPr>
        <p:spPr>
          <a:xfrm>
            <a:off x="10533380" y="632396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7" name="椭圆 26"/>
          <p:cNvSpPr/>
          <p:nvPr>
            <p:custDataLst>
              <p:tags r:id="rId38"/>
            </p:custDataLst>
          </p:nvPr>
        </p:nvSpPr>
        <p:spPr>
          <a:xfrm>
            <a:off x="10912475" y="633158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8" name="椭圆 27"/>
          <p:cNvSpPr/>
          <p:nvPr>
            <p:custDataLst>
              <p:tags r:id="rId39"/>
            </p:custDataLst>
          </p:nvPr>
        </p:nvSpPr>
        <p:spPr>
          <a:xfrm>
            <a:off x="11291570" y="632396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9" name="椭圆 28"/>
          <p:cNvSpPr/>
          <p:nvPr>
            <p:custDataLst>
              <p:tags r:id="rId40"/>
            </p:custDataLst>
          </p:nvPr>
        </p:nvSpPr>
        <p:spPr>
          <a:xfrm>
            <a:off x="11670665" y="633920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72" name="椭圆 71"/>
          <p:cNvSpPr/>
          <p:nvPr>
            <p:custDataLst>
              <p:tags r:id="rId41"/>
            </p:custDataLst>
          </p:nvPr>
        </p:nvSpPr>
        <p:spPr>
          <a:xfrm>
            <a:off x="290195" y="27940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73" name="椭圆 72"/>
          <p:cNvSpPr/>
          <p:nvPr>
            <p:custDataLst>
              <p:tags r:id="rId42"/>
            </p:custDataLst>
          </p:nvPr>
        </p:nvSpPr>
        <p:spPr>
          <a:xfrm>
            <a:off x="669290" y="28702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74" name="椭圆 73"/>
          <p:cNvSpPr/>
          <p:nvPr>
            <p:custDataLst>
              <p:tags r:id="rId43"/>
            </p:custDataLst>
          </p:nvPr>
        </p:nvSpPr>
        <p:spPr>
          <a:xfrm>
            <a:off x="1048385" y="27940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75" name="椭圆 74"/>
          <p:cNvSpPr/>
          <p:nvPr>
            <p:custDataLst>
              <p:tags r:id="rId44"/>
            </p:custDataLst>
          </p:nvPr>
        </p:nvSpPr>
        <p:spPr>
          <a:xfrm>
            <a:off x="1427480" y="29464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68" name="椭圆 67"/>
          <p:cNvSpPr/>
          <p:nvPr>
            <p:custDataLst>
              <p:tags r:id="rId45"/>
            </p:custDataLst>
          </p:nvPr>
        </p:nvSpPr>
        <p:spPr>
          <a:xfrm>
            <a:off x="290195" y="65849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69" name="椭圆 68"/>
          <p:cNvSpPr/>
          <p:nvPr>
            <p:custDataLst>
              <p:tags r:id="rId46"/>
            </p:custDataLst>
          </p:nvPr>
        </p:nvSpPr>
        <p:spPr>
          <a:xfrm>
            <a:off x="669290" y="66611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70" name="椭圆 69"/>
          <p:cNvSpPr/>
          <p:nvPr>
            <p:custDataLst>
              <p:tags r:id="rId47"/>
            </p:custDataLst>
          </p:nvPr>
        </p:nvSpPr>
        <p:spPr>
          <a:xfrm>
            <a:off x="1048385" y="65849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71" name="椭圆 70"/>
          <p:cNvSpPr/>
          <p:nvPr>
            <p:custDataLst>
              <p:tags r:id="rId48"/>
            </p:custDataLst>
          </p:nvPr>
        </p:nvSpPr>
        <p:spPr>
          <a:xfrm>
            <a:off x="1427480" y="67373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64" name="椭圆 63"/>
          <p:cNvSpPr/>
          <p:nvPr>
            <p:custDataLst>
              <p:tags r:id="rId49"/>
            </p:custDataLst>
          </p:nvPr>
        </p:nvSpPr>
        <p:spPr>
          <a:xfrm>
            <a:off x="290195" y="103759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65" name="椭圆 64"/>
          <p:cNvSpPr/>
          <p:nvPr>
            <p:custDataLst>
              <p:tags r:id="rId50"/>
            </p:custDataLst>
          </p:nvPr>
        </p:nvSpPr>
        <p:spPr>
          <a:xfrm>
            <a:off x="669290" y="104521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66" name="椭圆 65"/>
          <p:cNvSpPr/>
          <p:nvPr>
            <p:custDataLst>
              <p:tags r:id="rId51"/>
            </p:custDataLst>
          </p:nvPr>
        </p:nvSpPr>
        <p:spPr>
          <a:xfrm>
            <a:off x="1048385" y="103759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67" name="椭圆 66"/>
          <p:cNvSpPr/>
          <p:nvPr>
            <p:custDataLst>
              <p:tags r:id="rId52"/>
            </p:custDataLst>
          </p:nvPr>
        </p:nvSpPr>
        <p:spPr>
          <a:xfrm>
            <a:off x="1427480" y="105283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53"/>
            </p:custDataLst>
          </p:nvPr>
        </p:nvSpPr>
        <p:spPr>
          <a:xfrm>
            <a:off x="838200" y="1760220"/>
            <a:ext cx="7147560" cy="2284095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58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5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5"/>
            </p:custDataLst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6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57"/>
            </p:custDataLst>
          </p:nvPr>
        </p:nvSpPr>
        <p:spPr>
          <a:xfrm>
            <a:off x="842190" y="5721800"/>
            <a:ext cx="2880000" cy="504000"/>
          </a:xfrm>
        </p:spPr>
        <p:txBody>
          <a:bodyPr wrap="square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任意多边形: 形状 44" descr="preencoded.png"/>
          <p:cNvSpPr/>
          <p:nvPr>
            <p:custDataLst>
              <p:tags r:id="rId2"/>
            </p:custDataLst>
          </p:nvPr>
        </p:nvSpPr>
        <p:spPr>
          <a:xfrm>
            <a:off x="10195560" y="5979504"/>
            <a:ext cx="1892808" cy="878496"/>
          </a:xfrm>
          <a:custGeom>
            <a:avLst/>
            <a:gdLst>
              <a:gd name="connsiteX0" fmla="*/ 946404 w 1892808"/>
              <a:gd name="connsiteY0" fmla="*/ 0 h 878496"/>
              <a:gd name="connsiteX1" fmla="*/ 1308578 w 1892808"/>
              <a:gd name="connsiteY1" fmla="*/ 66872 h 878496"/>
              <a:gd name="connsiteX2" fmla="*/ 1615607 w 1892808"/>
              <a:gd name="connsiteY2" fmla="*/ 257306 h 878496"/>
              <a:gd name="connsiteX3" fmla="*/ 1820767 w 1892808"/>
              <a:gd name="connsiteY3" fmla="*/ 542310 h 878496"/>
              <a:gd name="connsiteX4" fmla="*/ 1892808 w 1892808"/>
              <a:gd name="connsiteY4" fmla="*/ 878496 h 878496"/>
              <a:gd name="connsiteX5" fmla="*/ 946404 w 1892808"/>
              <a:gd name="connsiteY5" fmla="*/ 878496 h 878496"/>
              <a:gd name="connsiteX6" fmla="*/ 0 w 1892808"/>
              <a:gd name="connsiteY6" fmla="*/ 878496 h 878496"/>
              <a:gd name="connsiteX7" fmla="*/ 72041 w 1892808"/>
              <a:gd name="connsiteY7" fmla="*/ 542310 h 878496"/>
              <a:gd name="connsiteX8" fmla="*/ 277195 w 1892808"/>
              <a:gd name="connsiteY8" fmla="*/ 257306 h 878496"/>
              <a:gd name="connsiteX9" fmla="*/ 584231 w 1892808"/>
              <a:gd name="connsiteY9" fmla="*/ 66872 h 878496"/>
              <a:gd name="connsiteX10" fmla="*/ 946404 w 1892808"/>
              <a:gd name="connsiteY10" fmla="*/ 0 h 87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92808" h="878496">
                <a:moveTo>
                  <a:pt x="946404" y="0"/>
                </a:moveTo>
                <a:cubicBezTo>
                  <a:pt x="1070688" y="0"/>
                  <a:pt x="1193755" y="22723"/>
                  <a:pt x="1308578" y="66872"/>
                </a:cubicBezTo>
                <a:cubicBezTo>
                  <a:pt x="1423404" y="111020"/>
                  <a:pt x="1527725" y="175730"/>
                  <a:pt x="1615607" y="257306"/>
                </a:cubicBezTo>
                <a:cubicBezTo>
                  <a:pt x="1703489" y="338881"/>
                  <a:pt x="1773206" y="435727"/>
                  <a:pt x="1820767" y="542310"/>
                </a:cubicBezTo>
                <a:cubicBezTo>
                  <a:pt x="1868329" y="648894"/>
                  <a:pt x="1892808" y="763130"/>
                  <a:pt x="1892808" y="878496"/>
                </a:cubicBezTo>
                <a:lnTo>
                  <a:pt x="946404" y="878496"/>
                </a:lnTo>
                <a:lnTo>
                  <a:pt x="0" y="878496"/>
                </a:lnTo>
                <a:cubicBezTo>
                  <a:pt x="0" y="763130"/>
                  <a:pt x="24479" y="648894"/>
                  <a:pt x="72041" y="542310"/>
                </a:cubicBezTo>
                <a:cubicBezTo>
                  <a:pt x="119602" y="435727"/>
                  <a:pt x="189314" y="338882"/>
                  <a:pt x="277195" y="257306"/>
                </a:cubicBezTo>
                <a:cubicBezTo>
                  <a:pt x="365077" y="175730"/>
                  <a:pt x="469408" y="111020"/>
                  <a:pt x="584231" y="66872"/>
                </a:cubicBezTo>
                <a:cubicBezTo>
                  <a:pt x="699053" y="22723"/>
                  <a:pt x="822120" y="0"/>
                  <a:pt x="946404" y="0"/>
                </a:cubicBezTo>
                <a:close/>
              </a:path>
            </a:pathLst>
          </a:custGeom>
          <a:solidFill>
            <a:schemeClr val="accent2">
              <a:alpha val="18000"/>
            </a:schemeClr>
          </a:soli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40" name="任意多边形: 形状 39" descr="preencoded.png"/>
          <p:cNvSpPr/>
          <p:nvPr>
            <p:custDataLst>
              <p:tags r:id="rId6"/>
            </p:custDataLst>
          </p:nvPr>
        </p:nvSpPr>
        <p:spPr>
          <a:xfrm>
            <a:off x="9072434" y="0"/>
            <a:ext cx="3119566" cy="4866702"/>
          </a:xfrm>
          <a:custGeom>
            <a:avLst/>
            <a:gdLst>
              <a:gd name="connsiteX0" fmla="*/ 0 w 3119566"/>
              <a:gd name="connsiteY0" fmla="*/ 0 h 4866702"/>
              <a:gd name="connsiteX1" fmla="*/ 3119566 w 3119566"/>
              <a:gd name="connsiteY1" fmla="*/ 0 h 4866702"/>
              <a:gd name="connsiteX2" fmla="*/ 3119566 w 3119566"/>
              <a:gd name="connsiteY2" fmla="*/ 4866702 h 4866702"/>
              <a:gd name="connsiteX3" fmla="*/ 2033983 w 3119566"/>
              <a:gd name="connsiteY3" fmla="*/ 4866702 h 4866702"/>
              <a:gd name="connsiteX4" fmla="*/ 0 w 3119566"/>
              <a:gd name="connsiteY4" fmla="*/ 2835342 h 4866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19566" h="4866702">
                <a:moveTo>
                  <a:pt x="0" y="0"/>
                </a:moveTo>
                <a:lnTo>
                  <a:pt x="3119566" y="0"/>
                </a:lnTo>
                <a:lnTo>
                  <a:pt x="3119566" y="4866702"/>
                </a:lnTo>
                <a:lnTo>
                  <a:pt x="2033983" y="4866702"/>
                </a:lnTo>
                <a:cubicBezTo>
                  <a:pt x="910644" y="4866702"/>
                  <a:pt x="0" y="3957237"/>
                  <a:pt x="0" y="2835342"/>
                </a:cubicBezTo>
                <a:close/>
              </a:path>
            </a:pathLst>
          </a:custGeom>
          <a:solidFill>
            <a:schemeClr val="accent2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32" name="椭圆 31"/>
          <p:cNvSpPr/>
          <p:nvPr userDrawn="1">
            <p:custDataLst>
              <p:tags r:id="rId7"/>
            </p:custDataLst>
          </p:nvPr>
        </p:nvSpPr>
        <p:spPr>
          <a:xfrm rot="5400000">
            <a:off x="11796395" y="226695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3" name="椭圆 32"/>
          <p:cNvSpPr/>
          <p:nvPr userDrawn="1">
            <p:custDataLst>
              <p:tags r:id="rId8"/>
            </p:custDataLst>
          </p:nvPr>
        </p:nvSpPr>
        <p:spPr>
          <a:xfrm rot="5400000">
            <a:off x="11804015" y="605790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4" name="椭圆 33"/>
          <p:cNvSpPr/>
          <p:nvPr userDrawn="1">
            <p:custDataLst>
              <p:tags r:id="rId9"/>
            </p:custDataLst>
          </p:nvPr>
        </p:nvSpPr>
        <p:spPr>
          <a:xfrm rot="5400000">
            <a:off x="11811635" y="984885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5" name="椭圆 34"/>
          <p:cNvSpPr/>
          <p:nvPr userDrawn="1">
            <p:custDataLst>
              <p:tags r:id="rId10"/>
            </p:custDataLst>
          </p:nvPr>
        </p:nvSpPr>
        <p:spPr>
          <a:xfrm rot="5400000">
            <a:off x="11804015" y="1363980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6" name="椭圆 35"/>
          <p:cNvSpPr/>
          <p:nvPr userDrawn="1">
            <p:custDataLst>
              <p:tags r:id="rId11"/>
            </p:custDataLst>
          </p:nvPr>
        </p:nvSpPr>
        <p:spPr>
          <a:xfrm rot="5400000">
            <a:off x="11811635" y="1743075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7" name="椭圆 36"/>
          <p:cNvSpPr/>
          <p:nvPr userDrawn="1">
            <p:custDataLst>
              <p:tags r:id="rId12"/>
            </p:custDataLst>
          </p:nvPr>
        </p:nvSpPr>
        <p:spPr>
          <a:xfrm rot="5400000">
            <a:off x="11796395" y="2122170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6" name="椭圆 25"/>
          <p:cNvSpPr/>
          <p:nvPr userDrawn="1">
            <p:custDataLst>
              <p:tags r:id="rId13"/>
            </p:custDataLst>
          </p:nvPr>
        </p:nvSpPr>
        <p:spPr>
          <a:xfrm rot="5400000">
            <a:off x="11417300" y="226695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7" name="椭圆 26"/>
          <p:cNvSpPr/>
          <p:nvPr userDrawn="1">
            <p:custDataLst>
              <p:tags r:id="rId14"/>
            </p:custDataLst>
          </p:nvPr>
        </p:nvSpPr>
        <p:spPr>
          <a:xfrm rot="5400000">
            <a:off x="11424920" y="605790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8" name="椭圆 27"/>
          <p:cNvSpPr/>
          <p:nvPr userDrawn="1">
            <p:custDataLst>
              <p:tags r:id="rId15"/>
            </p:custDataLst>
          </p:nvPr>
        </p:nvSpPr>
        <p:spPr>
          <a:xfrm rot="5400000">
            <a:off x="11432540" y="984885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9" name="椭圆 28"/>
          <p:cNvSpPr/>
          <p:nvPr userDrawn="1">
            <p:custDataLst>
              <p:tags r:id="rId16"/>
            </p:custDataLst>
          </p:nvPr>
        </p:nvSpPr>
        <p:spPr>
          <a:xfrm rot="5400000">
            <a:off x="11424920" y="1363980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0" name="椭圆 29"/>
          <p:cNvSpPr/>
          <p:nvPr userDrawn="1">
            <p:custDataLst>
              <p:tags r:id="rId17"/>
            </p:custDataLst>
          </p:nvPr>
        </p:nvSpPr>
        <p:spPr>
          <a:xfrm rot="5400000">
            <a:off x="11432540" y="1743075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1" name="椭圆 30"/>
          <p:cNvSpPr/>
          <p:nvPr userDrawn="1">
            <p:custDataLst>
              <p:tags r:id="rId18"/>
            </p:custDataLst>
          </p:nvPr>
        </p:nvSpPr>
        <p:spPr>
          <a:xfrm rot="5400000">
            <a:off x="11417300" y="2122170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0" name="椭圆 19"/>
          <p:cNvSpPr/>
          <p:nvPr userDrawn="1">
            <p:custDataLst>
              <p:tags r:id="rId19"/>
            </p:custDataLst>
          </p:nvPr>
        </p:nvSpPr>
        <p:spPr>
          <a:xfrm rot="5400000">
            <a:off x="11038205" y="226695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1" name="椭圆 20"/>
          <p:cNvSpPr/>
          <p:nvPr userDrawn="1">
            <p:custDataLst>
              <p:tags r:id="rId20"/>
            </p:custDataLst>
          </p:nvPr>
        </p:nvSpPr>
        <p:spPr>
          <a:xfrm rot="5400000">
            <a:off x="11045825" y="605790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2" name="椭圆 21"/>
          <p:cNvSpPr/>
          <p:nvPr userDrawn="1">
            <p:custDataLst>
              <p:tags r:id="rId21"/>
            </p:custDataLst>
          </p:nvPr>
        </p:nvSpPr>
        <p:spPr>
          <a:xfrm rot="5400000">
            <a:off x="11053445" y="984885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3" name="椭圆 22"/>
          <p:cNvSpPr/>
          <p:nvPr userDrawn="1">
            <p:custDataLst>
              <p:tags r:id="rId22"/>
            </p:custDataLst>
          </p:nvPr>
        </p:nvSpPr>
        <p:spPr>
          <a:xfrm rot="5400000">
            <a:off x="11045825" y="1363980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4" name="椭圆 23"/>
          <p:cNvSpPr/>
          <p:nvPr userDrawn="1">
            <p:custDataLst>
              <p:tags r:id="rId23"/>
            </p:custDataLst>
          </p:nvPr>
        </p:nvSpPr>
        <p:spPr>
          <a:xfrm rot="5400000">
            <a:off x="11053445" y="1743075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5" name="椭圆 24"/>
          <p:cNvSpPr/>
          <p:nvPr userDrawn="1">
            <p:custDataLst>
              <p:tags r:id="rId24"/>
            </p:custDataLst>
          </p:nvPr>
        </p:nvSpPr>
        <p:spPr>
          <a:xfrm rot="5400000">
            <a:off x="11038205" y="2122170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4" name="椭圆 13"/>
          <p:cNvSpPr/>
          <p:nvPr userDrawn="1">
            <p:custDataLst>
              <p:tags r:id="rId25"/>
            </p:custDataLst>
          </p:nvPr>
        </p:nvSpPr>
        <p:spPr>
          <a:xfrm rot="5400000">
            <a:off x="10659110" y="226695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5" name="椭圆 14"/>
          <p:cNvSpPr/>
          <p:nvPr userDrawn="1">
            <p:custDataLst>
              <p:tags r:id="rId26"/>
            </p:custDataLst>
          </p:nvPr>
        </p:nvSpPr>
        <p:spPr>
          <a:xfrm rot="5400000">
            <a:off x="10666730" y="605790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6" name="椭圆 15"/>
          <p:cNvSpPr/>
          <p:nvPr userDrawn="1">
            <p:custDataLst>
              <p:tags r:id="rId27"/>
            </p:custDataLst>
          </p:nvPr>
        </p:nvSpPr>
        <p:spPr>
          <a:xfrm rot="5400000">
            <a:off x="10674350" y="984885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7" name="椭圆 16"/>
          <p:cNvSpPr/>
          <p:nvPr userDrawn="1">
            <p:custDataLst>
              <p:tags r:id="rId28"/>
            </p:custDataLst>
          </p:nvPr>
        </p:nvSpPr>
        <p:spPr>
          <a:xfrm rot="5400000">
            <a:off x="10666730" y="1363980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8" name="椭圆 17"/>
          <p:cNvSpPr/>
          <p:nvPr userDrawn="1">
            <p:custDataLst>
              <p:tags r:id="rId29"/>
            </p:custDataLst>
          </p:nvPr>
        </p:nvSpPr>
        <p:spPr>
          <a:xfrm rot="5400000">
            <a:off x="10674350" y="1743075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9" name="椭圆 18"/>
          <p:cNvSpPr/>
          <p:nvPr userDrawn="1">
            <p:custDataLst>
              <p:tags r:id="rId30"/>
            </p:custDataLst>
          </p:nvPr>
        </p:nvSpPr>
        <p:spPr>
          <a:xfrm rot="5400000">
            <a:off x="10659110" y="2122170"/>
            <a:ext cx="134620" cy="134620"/>
          </a:xfrm>
          <a:prstGeom prst="ellipse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1" name="任意多边形: 形状 50"/>
          <p:cNvSpPr/>
          <p:nvPr userDrawn="1">
            <p:custDataLst>
              <p:tags r:id="rId31"/>
            </p:custDataLst>
          </p:nvPr>
        </p:nvSpPr>
        <p:spPr>
          <a:xfrm>
            <a:off x="7772400" y="2632800"/>
            <a:ext cx="3374136" cy="4225200"/>
          </a:xfrm>
          <a:custGeom>
            <a:avLst/>
            <a:gdLst>
              <a:gd name="connsiteX0" fmla="*/ 0 w 3374136"/>
              <a:gd name="connsiteY0" fmla="*/ 0 h 4225200"/>
              <a:gd name="connsiteX1" fmla="*/ 1344581 w 3374136"/>
              <a:gd name="connsiteY1" fmla="*/ 0 h 4225200"/>
              <a:gd name="connsiteX2" fmla="*/ 3374136 w 3374136"/>
              <a:gd name="connsiteY2" fmla="*/ 2033228 h 4225200"/>
              <a:gd name="connsiteX3" fmla="*/ 3374136 w 3374136"/>
              <a:gd name="connsiteY3" fmla="*/ 4225200 h 4225200"/>
              <a:gd name="connsiteX4" fmla="*/ 0 w 3374136"/>
              <a:gd name="connsiteY4" fmla="*/ 4225200 h 422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4136" h="4225200">
                <a:moveTo>
                  <a:pt x="0" y="0"/>
                </a:moveTo>
                <a:lnTo>
                  <a:pt x="1344581" y="0"/>
                </a:lnTo>
                <a:cubicBezTo>
                  <a:pt x="2465479" y="0"/>
                  <a:pt x="3374136" y="910307"/>
                  <a:pt x="3374136" y="2033228"/>
                </a:cubicBezTo>
                <a:lnTo>
                  <a:pt x="3374136" y="4225200"/>
                </a:lnTo>
                <a:lnTo>
                  <a:pt x="0" y="4225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bg1">
                  <a:alpha val="0"/>
                </a:schemeClr>
              </a:gs>
            </a:gsLst>
            <a:lin ang="8640000" scaled="0"/>
          </a:gradFill>
          <a:ln w="12637" cap="flat">
            <a:gradFill>
              <a:gsLst>
                <a:gs pos="0">
                  <a:schemeClr val="bg1">
                    <a:alpha val="83000"/>
                  </a:schemeClr>
                </a:gs>
                <a:gs pos="58000">
                  <a:schemeClr val="bg1">
                    <a:alpha val="22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1"/>
            </a:gra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cs typeface="Arial" panose="020B0604020202020204" pitchFamily="34" charset="0"/>
            </a:endParaRPr>
          </a:p>
        </p:txBody>
      </p:sp>
      <p:sp>
        <p:nvSpPr>
          <p:cNvPr id="43" name="Intersect-2186&amp;721" descr="preencoded.png"/>
          <p:cNvSpPr/>
          <p:nvPr>
            <p:custDataLst>
              <p:tags r:id="rId32"/>
            </p:custDataLst>
          </p:nvPr>
        </p:nvSpPr>
        <p:spPr>
          <a:xfrm>
            <a:off x="8925759" y="2550549"/>
            <a:ext cx="2342371" cy="2450196"/>
          </a:xfrm>
          <a:custGeom>
            <a:avLst/>
            <a:gdLst>
              <a:gd name="connsiteX0" fmla="*/ 2342371 w 2342371"/>
              <a:gd name="connsiteY0" fmla="*/ 2450197 h 2450196"/>
              <a:gd name="connsiteX1" fmla="*/ 0 w 2342371"/>
              <a:gd name="connsiteY1" fmla="*/ 0 h 2450196"/>
              <a:gd name="connsiteX2" fmla="*/ 2342371 w 2342371"/>
              <a:gd name="connsiteY2" fmla="*/ 2450197 h 2450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42371" h="2450196">
                <a:moveTo>
                  <a:pt x="2342371" y="2450197"/>
                </a:moveTo>
                <a:cubicBezTo>
                  <a:pt x="1051600" y="2367809"/>
                  <a:pt x="26634" y="1306616"/>
                  <a:pt x="0" y="0"/>
                </a:cubicBezTo>
                <a:cubicBezTo>
                  <a:pt x="1290770" y="82394"/>
                  <a:pt x="2315727" y="1143573"/>
                  <a:pt x="2342371" y="2450197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15641" cap="flat">
            <a:noFill/>
            <a:prstDash val="solid"/>
            <a:miter/>
          </a:ln>
          <a:effectLst>
            <a:softEdge rad="177800"/>
          </a:effectLst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3"/>
            </p:custDataLst>
          </p:nvPr>
        </p:nvSpPr>
        <p:spPr>
          <a:xfrm>
            <a:off x="10096945" y="547285"/>
            <a:ext cx="1164336" cy="3763458"/>
          </a:xfrm>
        </p:spPr>
        <p:txBody>
          <a:bodyPr vert="eaVert" wrap="square" anchor="ctr">
            <a:normAutofit/>
          </a:bodyPr>
          <a:lstStyle>
            <a:lvl1pPr algn="ctr">
              <a:defRPr sz="6000">
                <a:solidFill>
                  <a:schemeClr val="lt1">
                    <a:lumMod val="100000"/>
                  </a:schemeClr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Ellipse 37-2186&amp;687" descr="preencoded.png"/>
          <p:cNvSpPr/>
          <p:nvPr userDrawn="1">
            <p:custDataLst>
              <p:tags r:id="rId2"/>
            </p:custDataLst>
          </p:nvPr>
        </p:nvSpPr>
        <p:spPr>
          <a:xfrm>
            <a:off x="1463040" y="6091732"/>
            <a:ext cx="1649831" cy="766268"/>
          </a:xfrm>
          <a:custGeom>
            <a:avLst/>
            <a:gdLst>
              <a:gd name="connsiteX0" fmla="*/ 0 w 1892808"/>
              <a:gd name="connsiteY0" fmla="*/ 879119 h 879119"/>
              <a:gd name="connsiteX1" fmla="*/ 72041 w 1892808"/>
              <a:gd name="connsiteY1" fmla="*/ 542695 h 879119"/>
              <a:gd name="connsiteX2" fmla="*/ 277195 w 1892808"/>
              <a:gd name="connsiteY2" fmla="*/ 257488 h 879119"/>
              <a:gd name="connsiteX3" fmla="*/ 584231 w 1892808"/>
              <a:gd name="connsiteY3" fmla="*/ 66919 h 879119"/>
              <a:gd name="connsiteX4" fmla="*/ 946404 w 1892808"/>
              <a:gd name="connsiteY4" fmla="*/ 0 h 879119"/>
              <a:gd name="connsiteX5" fmla="*/ 1308578 w 1892808"/>
              <a:gd name="connsiteY5" fmla="*/ 66919 h 879119"/>
              <a:gd name="connsiteX6" fmla="*/ 1615607 w 1892808"/>
              <a:gd name="connsiteY6" fmla="*/ 257488 h 879119"/>
              <a:gd name="connsiteX7" fmla="*/ 1820767 w 1892808"/>
              <a:gd name="connsiteY7" fmla="*/ 542695 h 879119"/>
              <a:gd name="connsiteX8" fmla="*/ 1892808 w 1892808"/>
              <a:gd name="connsiteY8" fmla="*/ 879119 h 879119"/>
              <a:gd name="connsiteX9" fmla="*/ 946404 w 1892808"/>
              <a:gd name="connsiteY9" fmla="*/ 879119 h 879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892808" h="879119">
                <a:moveTo>
                  <a:pt x="0" y="879119"/>
                </a:moveTo>
                <a:cubicBezTo>
                  <a:pt x="0" y="763671"/>
                  <a:pt x="24479" y="649354"/>
                  <a:pt x="72041" y="542695"/>
                </a:cubicBezTo>
                <a:cubicBezTo>
                  <a:pt x="119602" y="436036"/>
                  <a:pt x="189314" y="339121"/>
                  <a:pt x="277195" y="257488"/>
                </a:cubicBezTo>
                <a:cubicBezTo>
                  <a:pt x="365077" y="175854"/>
                  <a:pt x="469408" y="111099"/>
                  <a:pt x="584231" y="66919"/>
                </a:cubicBezTo>
                <a:cubicBezTo>
                  <a:pt x="699053" y="22739"/>
                  <a:pt x="822120" y="0"/>
                  <a:pt x="946404" y="0"/>
                </a:cubicBezTo>
                <a:cubicBezTo>
                  <a:pt x="1070688" y="0"/>
                  <a:pt x="1193755" y="22739"/>
                  <a:pt x="1308578" y="66919"/>
                </a:cubicBezTo>
                <a:cubicBezTo>
                  <a:pt x="1423404" y="111099"/>
                  <a:pt x="1527725" y="175854"/>
                  <a:pt x="1615607" y="257488"/>
                </a:cubicBezTo>
                <a:cubicBezTo>
                  <a:pt x="1703489" y="339123"/>
                  <a:pt x="1773206" y="436036"/>
                  <a:pt x="1820767" y="542695"/>
                </a:cubicBezTo>
                <a:cubicBezTo>
                  <a:pt x="1868329" y="649354"/>
                  <a:pt x="1892808" y="763671"/>
                  <a:pt x="1892808" y="879119"/>
                </a:cubicBezTo>
                <a:lnTo>
                  <a:pt x="946404" y="879119"/>
                </a:lnTo>
                <a:close/>
              </a:path>
            </a:pathLst>
          </a:custGeom>
          <a:solidFill>
            <a:schemeClr val="accent2">
              <a:alpha val="18000"/>
            </a:schemeClr>
          </a:solidFill>
          <a:ln w="1268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cs typeface="Arial" panose="020B0604020202020204" pitchFamily="34" charset="0"/>
            </a:endParaRPr>
          </a:p>
        </p:txBody>
      </p:sp>
      <p:sp>
        <p:nvSpPr>
          <p:cNvPr id="60" name="任意多边形: 形状 59" descr="preencoded.png"/>
          <p:cNvSpPr/>
          <p:nvPr userDrawn="1">
            <p:custDataLst>
              <p:tags r:id="rId3"/>
            </p:custDataLst>
          </p:nvPr>
        </p:nvSpPr>
        <p:spPr>
          <a:xfrm>
            <a:off x="10616093" y="0"/>
            <a:ext cx="1575907" cy="621793"/>
          </a:xfrm>
          <a:custGeom>
            <a:avLst/>
            <a:gdLst>
              <a:gd name="connsiteX0" fmla="*/ 0 w 1575907"/>
              <a:gd name="connsiteY0" fmla="*/ 0 h 621793"/>
              <a:gd name="connsiteX1" fmla="*/ 1575907 w 1575907"/>
              <a:gd name="connsiteY1" fmla="*/ 0 h 621793"/>
              <a:gd name="connsiteX2" fmla="*/ 1575907 w 1575907"/>
              <a:gd name="connsiteY2" fmla="*/ 354873 h 621793"/>
              <a:gd name="connsiteX3" fmla="*/ 1568328 w 1575907"/>
              <a:gd name="connsiteY3" fmla="*/ 363481 h 621793"/>
              <a:gd name="connsiteX4" fmla="*/ 1261382 w 1575907"/>
              <a:gd name="connsiteY4" fmla="*/ 554659 h 621793"/>
              <a:gd name="connsiteX5" fmla="*/ 899305 w 1575907"/>
              <a:gd name="connsiteY5" fmla="*/ 621793 h 621793"/>
              <a:gd name="connsiteX6" fmla="*/ 537229 w 1575907"/>
              <a:gd name="connsiteY6" fmla="*/ 554659 h 621793"/>
              <a:gd name="connsiteX7" fmla="*/ 230275 w 1575907"/>
              <a:gd name="connsiteY7" fmla="*/ 363481 h 621793"/>
              <a:gd name="connsiteX8" fmla="*/ 25176 w 1575907"/>
              <a:gd name="connsiteY8" fmla="*/ 77363 h 621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75907" h="621793">
                <a:moveTo>
                  <a:pt x="0" y="0"/>
                </a:moveTo>
                <a:lnTo>
                  <a:pt x="1575907" y="0"/>
                </a:lnTo>
                <a:lnTo>
                  <a:pt x="1575907" y="354873"/>
                </a:lnTo>
                <a:lnTo>
                  <a:pt x="1568328" y="363481"/>
                </a:lnTo>
                <a:cubicBezTo>
                  <a:pt x="1480470" y="445376"/>
                  <a:pt x="1376177" y="510338"/>
                  <a:pt x="1261382" y="554659"/>
                </a:cubicBezTo>
                <a:cubicBezTo>
                  <a:pt x="1146589" y="598980"/>
                  <a:pt x="1023556" y="621793"/>
                  <a:pt x="899305" y="621793"/>
                </a:cubicBezTo>
                <a:cubicBezTo>
                  <a:pt x="775055" y="621793"/>
                  <a:pt x="652021" y="598980"/>
                  <a:pt x="537229" y="554659"/>
                </a:cubicBezTo>
                <a:cubicBezTo>
                  <a:pt x="422437" y="510338"/>
                  <a:pt x="318134" y="445376"/>
                  <a:pt x="230275" y="363481"/>
                </a:cubicBezTo>
                <a:cubicBezTo>
                  <a:pt x="142418" y="281587"/>
                  <a:pt x="72725" y="184363"/>
                  <a:pt x="25176" y="77363"/>
                </a:cubicBezTo>
                <a:close/>
              </a:path>
            </a:pathLst>
          </a:custGeom>
          <a:solidFill>
            <a:schemeClr val="accent2">
              <a:alpha val="18000"/>
            </a:schemeClr>
          </a:soli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52" name="椭圆 51"/>
          <p:cNvSpPr/>
          <p:nvPr userDrawn="1">
            <p:custDataLst>
              <p:tags r:id="rId4"/>
            </p:custDataLst>
          </p:nvPr>
        </p:nvSpPr>
        <p:spPr>
          <a:xfrm>
            <a:off x="10321925" y="495554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3" name="椭圆 52"/>
          <p:cNvSpPr/>
          <p:nvPr userDrawn="1">
            <p:custDataLst>
              <p:tags r:id="rId5"/>
            </p:custDataLst>
          </p:nvPr>
        </p:nvSpPr>
        <p:spPr>
          <a:xfrm>
            <a:off x="10621010" y="494919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4" name="椭圆 53"/>
          <p:cNvSpPr/>
          <p:nvPr userDrawn="1">
            <p:custDataLst>
              <p:tags r:id="rId6"/>
            </p:custDataLst>
          </p:nvPr>
        </p:nvSpPr>
        <p:spPr>
          <a:xfrm>
            <a:off x="10920095" y="494347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5" name="椭圆 54"/>
          <p:cNvSpPr/>
          <p:nvPr userDrawn="1">
            <p:custDataLst>
              <p:tags r:id="rId7"/>
            </p:custDataLst>
          </p:nvPr>
        </p:nvSpPr>
        <p:spPr>
          <a:xfrm>
            <a:off x="11218545" y="494919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6" name="椭圆 55"/>
          <p:cNvSpPr/>
          <p:nvPr userDrawn="1">
            <p:custDataLst>
              <p:tags r:id="rId8"/>
            </p:custDataLst>
          </p:nvPr>
        </p:nvSpPr>
        <p:spPr>
          <a:xfrm>
            <a:off x="11517630" y="494347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7" name="椭圆 56"/>
          <p:cNvSpPr/>
          <p:nvPr userDrawn="1">
            <p:custDataLst>
              <p:tags r:id="rId9"/>
            </p:custDataLst>
          </p:nvPr>
        </p:nvSpPr>
        <p:spPr>
          <a:xfrm>
            <a:off x="11816715" y="495554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6" name="椭圆 45"/>
          <p:cNvSpPr/>
          <p:nvPr userDrawn="1">
            <p:custDataLst>
              <p:tags r:id="rId10"/>
            </p:custDataLst>
          </p:nvPr>
        </p:nvSpPr>
        <p:spPr>
          <a:xfrm>
            <a:off x="10321925" y="525462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7" name="椭圆 46"/>
          <p:cNvSpPr/>
          <p:nvPr userDrawn="1">
            <p:custDataLst>
              <p:tags r:id="rId11"/>
            </p:custDataLst>
          </p:nvPr>
        </p:nvSpPr>
        <p:spPr>
          <a:xfrm>
            <a:off x="10621010" y="524827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8" name="椭圆 47"/>
          <p:cNvSpPr/>
          <p:nvPr userDrawn="1">
            <p:custDataLst>
              <p:tags r:id="rId12"/>
            </p:custDataLst>
          </p:nvPr>
        </p:nvSpPr>
        <p:spPr>
          <a:xfrm>
            <a:off x="10920095" y="524256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9" name="椭圆 48"/>
          <p:cNvSpPr/>
          <p:nvPr userDrawn="1">
            <p:custDataLst>
              <p:tags r:id="rId13"/>
            </p:custDataLst>
          </p:nvPr>
        </p:nvSpPr>
        <p:spPr>
          <a:xfrm>
            <a:off x="11218545" y="524827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0" name="椭圆 49"/>
          <p:cNvSpPr/>
          <p:nvPr userDrawn="1">
            <p:custDataLst>
              <p:tags r:id="rId14"/>
            </p:custDataLst>
          </p:nvPr>
        </p:nvSpPr>
        <p:spPr>
          <a:xfrm>
            <a:off x="11517630" y="524256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1" name="椭圆 50"/>
          <p:cNvSpPr/>
          <p:nvPr userDrawn="1">
            <p:custDataLst>
              <p:tags r:id="rId15"/>
            </p:custDataLst>
          </p:nvPr>
        </p:nvSpPr>
        <p:spPr>
          <a:xfrm>
            <a:off x="11816715" y="525462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0" name="椭圆 39"/>
          <p:cNvSpPr/>
          <p:nvPr userDrawn="1">
            <p:custDataLst>
              <p:tags r:id="rId16"/>
            </p:custDataLst>
          </p:nvPr>
        </p:nvSpPr>
        <p:spPr>
          <a:xfrm>
            <a:off x="10321925" y="555371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1" name="椭圆 40"/>
          <p:cNvSpPr/>
          <p:nvPr userDrawn="1">
            <p:custDataLst>
              <p:tags r:id="rId17"/>
            </p:custDataLst>
          </p:nvPr>
        </p:nvSpPr>
        <p:spPr>
          <a:xfrm>
            <a:off x="10621010" y="554736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2" name="椭圆 41"/>
          <p:cNvSpPr/>
          <p:nvPr userDrawn="1">
            <p:custDataLst>
              <p:tags r:id="rId18"/>
            </p:custDataLst>
          </p:nvPr>
        </p:nvSpPr>
        <p:spPr>
          <a:xfrm>
            <a:off x="10920095" y="554164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3" name="椭圆 42"/>
          <p:cNvSpPr/>
          <p:nvPr userDrawn="1">
            <p:custDataLst>
              <p:tags r:id="rId19"/>
            </p:custDataLst>
          </p:nvPr>
        </p:nvSpPr>
        <p:spPr>
          <a:xfrm>
            <a:off x="11218545" y="554736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4" name="椭圆 43"/>
          <p:cNvSpPr/>
          <p:nvPr userDrawn="1">
            <p:custDataLst>
              <p:tags r:id="rId20"/>
            </p:custDataLst>
          </p:nvPr>
        </p:nvSpPr>
        <p:spPr>
          <a:xfrm>
            <a:off x="11517630" y="554164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5" name="椭圆 44"/>
          <p:cNvSpPr/>
          <p:nvPr userDrawn="1">
            <p:custDataLst>
              <p:tags r:id="rId21"/>
            </p:custDataLst>
          </p:nvPr>
        </p:nvSpPr>
        <p:spPr>
          <a:xfrm>
            <a:off x="11816715" y="555371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4" name="椭圆 33"/>
          <p:cNvSpPr/>
          <p:nvPr userDrawn="1">
            <p:custDataLst>
              <p:tags r:id="rId22"/>
            </p:custDataLst>
          </p:nvPr>
        </p:nvSpPr>
        <p:spPr>
          <a:xfrm>
            <a:off x="10321925" y="585216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5" name="椭圆 34"/>
          <p:cNvSpPr/>
          <p:nvPr userDrawn="1">
            <p:custDataLst>
              <p:tags r:id="rId23"/>
            </p:custDataLst>
          </p:nvPr>
        </p:nvSpPr>
        <p:spPr>
          <a:xfrm>
            <a:off x="10621010" y="584581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6" name="椭圆 35"/>
          <p:cNvSpPr/>
          <p:nvPr userDrawn="1">
            <p:custDataLst>
              <p:tags r:id="rId24"/>
            </p:custDataLst>
          </p:nvPr>
        </p:nvSpPr>
        <p:spPr>
          <a:xfrm>
            <a:off x="10920095" y="584009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7" name="椭圆 36"/>
          <p:cNvSpPr/>
          <p:nvPr userDrawn="1">
            <p:custDataLst>
              <p:tags r:id="rId25"/>
            </p:custDataLst>
          </p:nvPr>
        </p:nvSpPr>
        <p:spPr>
          <a:xfrm>
            <a:off x="11218545" y="584581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8" name="椭圆 37"/>
          <p:cNvSpPr/>
          <p:nvPr userDrawn="1">
            <p:custDataLst>
              <p:tags r:id="rId26"/>
            </p:custDataLst>
          </p:nvPr>
        </p:nvSpPr>
        <p:spPr>
          <a:xfrm>
            <a:off x="11517630" y="584009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9" name="椭圆 38"/>
          <p:cNvSpPr/>
          <p:nvPr userDrawn="1">
            <p:custDataLst>
              <p:tags r:id="rId27"/>
            </p:custDataLst>
          </p:nvPr>
        </p:nvSpPr>
        <p:spPr>
          <a:xfrm>
            <a:off x="11816715" y="585216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8" name="椭圆 27"/>
          <p:cNvSpPr/>
          <p:nvPr userDrawn="1">
            <p:custDataLst>
              <p:tags r:id="rId28"/>
            </p:custDataLst>
          </p:nvPr>
        </p:nvSpPr>
        <p:spPr>
          <a:xfrm>
            <a:off x="10321925" y="615124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9" name="椭圆 28"/>
          <p:cNvSpPr/>
          <p:nvPr userDrawn="1">
            <p:custDataLst>
              <p:tags r:id="rId29"/>
            </p:custDataLst>
          </p:nvPr>
        </p:nvSpPr>
        <p:spPr>
          <a:xfrm>
            <a:off x="10621010" y="614489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0" name="椭圆 29"/>
          <p:cNvSpPr/>
          <p:nvPr userDrawn="1">
            <p:custDataLst>
              <p:tags r:id="rId30"/>
            </p:custDataLst>
          </p:nvPr>
        </p:nvSpPr>
        <p:spPr>
          <a:xfrm>
            <a:off x="10920095" y="613918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1" name="椭圆 30"/>
          <p:cNvSpPr/>
          <p:nvPr userDrawn="1">
            <p:custDataLst>
              <p:tags r:id="rId31"/>
            </p:custDataLst>
          </p:nvPr>
        </p:nvSpPr>
        <p:spPr>
          <a:xfrm>
            <a:off x="11218545" y="614489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2" name="椭圆 31"/>
          <p:cNvSpPr/>
          <p:nvPr userDrawn="1">
            <p:custDataLst>
              <p:tags r:id="rId32"/>
            </p:custDataLst>
          </p:nvPr>
        </p:nvSpPr>
        <p:spPr>
          <a:xfrm>
            <a:off x="11517630" y="613918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3" name="椭圆 32"/>
          <p:cNvSpPr/>
          <p:nvPr userDrawn="1">
            <p:custDataLst>
              <p:tags r:id="rId33"/>
            </p:custDataLst>
          </p:nvPr>
        </p:nvSpPr>
        <p:spPr>
          <a:xfrm>
            <a:off x="11816715" y="615124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2" name="椭圆 21"/>
          <p:cNvSpPr/>
          <p:nvPr userDrawn="1">
            <p:custDataLst>
              <p:tags r:id="rId34"/>
            </p:custDataLst>
          </p:nvPr>
        </p:nvSpPr>
        <p:spPr>
          <a:xfrm>
            <a:off x="10321925" y="645033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3" name="椭圆 22"/>
          <p:cNvSpPr/>
          <p:nvPr userDrawn="1">
            <p:custDataLst>
              <p:tags r:id="rId35"/>
            </p:custDataLst>
          </p:nvPr>
        </p:nvSpPr>
        <p:spPr>
          <a:xfrm>
            <a:off x="10621010" y="644398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4" name="椭圆 23"/>
          <p:cNvSpPr/>
          <p:nvPr userDrawn="1">
            <p:custDataLst>
              <p:tags r:id="rId36"/>
            </p:custDataLst>
          </p:nvPr>
        </p:nvSpPr>
        <p:spPr>
          <a:xfrm>
            <a:off x="10920095" y="643826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5" name="椭圆 24"/>
          <p:cNvSpPr/>
          <p:nvPr userDrawn="1">
            <p:custDataLst>
              <p:tags r:id="rId37"/>
            </p:custDataLst>
          </p:nvPr>
        </p:nvSpPr>
        <p:spPr>
          <a:xfrm>
            <a:off x="11218545" y="644398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6" name="椭圆 25"/>
          <p:cNvSpPr/>
          <p:nvPr userDrawn="1">
            <p:custDataLst>
              <p:tags r:id="rId38"/>
            </p:custDataLst>
          </p:nvPr>
        </p:nvSpPr>
        <p:spPr>
          <a:xfrm>
            <a:off x="11517630" y="6438265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7" name="椭圆 26"/>
          <p:cNvSpPr/>
          <p:nvPr userDrawn="1">
            <p:custDataLst>
              <p:tags r:id="rId39"/>
            </p:custDataLst>
          </p:nvPr>
        </p:nvSpPr>
        <p:spPr>
          <a:xfrm>
            <a:off x="11816715" y="6450330"/>
            <a:ext cx="106045" cy="10604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40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1"/>
            </p:custDataLst>
          </p:nvPr>
        </p:nvSpPr>
        <p:spPr>
          <a:xfrm>
            <a:off x="5259705" y="2204720"/>
            <a:ext cx="6180455" cy="2469515"/>
          </a:xfrm>
        </p:spPr>
        <p:txBody>
          <a:bodyPr wrap="square" anchor="ctr">
            <a:normAutofit/>
          </a:bodyPr>
          <a:lstStyle>
            <a:lvl1pPr algn="l">
              <a:defRPr sz="48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4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4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3" name="任意多边形: 形状 39" descr="preencoded.png"/>
          <p:cNvSpPr/>
          <p:nvPr userDrawn="1">
            <p:custDataLst>
              <p:tags r:id="rId44"/>
            </p:custDataLst>
          </p:nvPr>
        </p:nvSpPr>
        <p:spPr>
          <a:xfrm flipH="1">
            <a:off x="0" y="0"/>
            <a:ext cx="3133090" cy="4866640"/>
          </a:xfrm>
          <a:custGeom>
            <a:avLst/>
            <a:gdLst>
              <a:gd name="connsiteX0" fmla="*/ 0 w 3119566"/>
              <a:gd name="connsiteY0" fmla="*/ 0 h 4866702"/>
              <a:gd name="connsiteX1" fmla="*/ 3119566 w 3119566"/>
              <a:gd name="connsiteY1" fmla="*/ 0 h 4866702"/>
              <a:gd name="connsiteX2" fmla="*/ 3119566 w 3119566"/>
              <a:gd name="connsiteY2" fmla="*/ 4866702 h 4866702"/>
              <a:gd name="connsiteX3" fmla="*/ 2033983 w 3119566"/>
              <a:gd name="connsiteY3" fmla="*/ 4866702 h 4866702"/>
              <a:gd name="connsiteX4" fmla="*/ 0 w 3119566"/>
              <a:gd name="connsiteY4" fmla="*/ 2835342 h 4866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19566" h="4866702">
                <a:moveTo>
                  <a:pt x="0" y="0"/>
                </a:moveTo>
                <a:lnTo>
                  <a:pt x="3119566" y="0"/>
                </a:lnTo>
                <a:lnTo>
                  <a:pt x="3119566" y="4866702"/>
                </a:lnTo>
                <a:lnTo>
                  <a:pt x="2033983" y="4866702"/>
                </a:lnTo>
                <a:cubicBezTo>
                  <a:pt x="910644" y="4866702"/>
                  <a:pt x="0" y="3957237"/>
                  <a:pt x="0" y="2835342"/>
                </a:cubicBezTo>
                <a:close/>
              </a:path>
            </a:pathLst>
          </a:custGeom>
          <a:solidFill>
            <a:schemeClr val="accent2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7" name="任意多边形: 形状 50"/>
          <p:cNvSpPr/>
          <p:nvPr userDrawn="1">
            <p:custDataLst>
              <p:tags r:id="rId45"/>
            </p:custDataLst>
          </p:nvPr>
        </p:nvSpPr>
        <p:spPr>
          <a:xfrm flipH="1">
            <a:off x="1058545" y="2632710"/>
            <a:ext cx="3374390" cy="4225290"/>
          </a:xfrm>
          <a:custGeom>
            <a:avLst/>
            <a:gdLst>
              <a:gd name="connsiteX0" fmla="*/ 0 w 3374136"/>
              <a:gd name="connsiteY0" fmla="*/ 0 h 4225200"/>
              <a:gd name="connsiteX1" fmla="*/ 1344581 w 3374136"/>
              <a:gd name="connsiteY1" fmla="*/ 0 h 4225200"/>
              <a:gd name="connsiteX2" fmla="*/ 3374136 w 3374136"/>
              <a:gd name="connsiteY2" fmla="*/ 2033228 h 4225200"/>
              <a:gd name="connsiteX3" fmla="*/ 3374136 w 3374136"/>
              <a:gd name="connsiteY3" fmla="*/ 4225200 h 4225200"/>
              <a:gd name="connsiteX4" fmla="*/ 0 w 3374136"/>
              <a:gd name="connsiteY4" fmla="*/ 4225200 h 422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4136" h="4225200">
                <a:moveTo>
                  <a:pt x="0" y="0"/>
                </a:moveTo>
                <a:lnTo>
                  <a:pt x="1344581" y="0"/>
                </a:lnTo>
                <a:cubicBezTo>
                  <a:pt x="2465479" y="0"/>
                  <a:pt x="3374136" y="910307"/>
                  <a:pt x="3374136" y="2033228"/>
                </a:cubicBezTo>
                <a:lnTo>
                  <a:pt x="3374136" y="4225200"/>
                </a:lnTo>
                <a:lnTo>
                  <a:pt x="0" y="4225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83000">
                <a:schemeClr val="bg1">
                  <a:alpha val="0"/>
                </a:schemeClr>
              </a:gs>
            </a:gsLst>
            <a:lin ang="10200000" scaled="0"/>
          </a:gradFill>
          <a:ln w="12637" cap="flat">
            <a:gradFill>
              <a:gsLst>
                <a:gs pos="0">
                  <a:schemeClr val="bg1">
                    <a:alpha val="83000"/>
                  </a:schemeClr>
                </a:gs>
                <a:gs pos="58000">
                  <a:schemeClr val="bg1">
                    <a:alpha val="22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1"/>
            </a:gra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cs typeface="Arial" panose="020B0604020202020204" pitchFamily="34" charset="0"/>
            </a:endParaRPr>
          </a:p>
        </p:txBody>
      </p:sp>
      <p:sp>
        <p:nvSpPr>
          <p:cNvPr id="10" name="Intersect-2186&amp;721" descr="preencoded.png"/>
          <p:cNvSpPr/>
          <p:nvPr userDrawn="1">
            <p:custDataLst>
              <p:tags r:id="rId46"/>
            </p:custDataLst>
          </p:nvPr>
        </p:nvSpPr>
        <p:spPr>
          <a:xfrm flipH="1">
            <a:off x="937260" y="2550795"/>
            <a:ext cx="2342515" cy="2450465"/>
          </a:xfrm>
          <a:custGeom>
            <a:avLst/>
            <a:gdLst>
              <a:gd name="connsiteX0" fmla="*/ 2342371 w 2342371"/>
              <a:gd name="connsiteY0" fmla="*/ 2450197 h 2450196"/>
              <a:gd name="connsiteX1" fmla="*/ 0 w 2342371"/>
              <a:gd name="connsiteY1" fmla="*/ 0 h 2450196"/>
              <a:gd name="connsiteX2" fmla="*/ 2342371 w 2342371"/>
              <a:gd name="connsiteY2" fmla="*/ 2450197 h 2450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42371" h="2450196">
                <a:moveTo>
                  <a:pt x="2342371" y="2450197"/>
                </a:moveTo>
                <a:cubicBezTo>
                  <a:pt x="1051600" y="2367809"/>
                  <a:pt x="26634" y="1306616"/>
                  <a:pt x="0" y="0"/>
                </a:cubicBezTo>
                <a:cubicBezTo>
                  <a:pt x="1290770" y="82394"/>
                  <a:pt x="2315727" y="1143573"/>
                  <a:pt x="2342371" y="2450197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 w="15641" cap="flat">
            <a:noFill/>
            <a:prstDash val="solid"/>
            <a:miter/>
          </a:ln>
          <a:effectLst>
            <a:softEdge rad="177800"/>
          </a:effectLst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13" name="Rectangle 41650-2186&amp;685" descr="preencoded.png"/>
          <p:cNvSpPr/>
          <p:nvPr userDrawn="1">
            <p:custDataLst>
              <p:tags r:id="rId47"/>
            </p:custDataLst>
          </p:nvPr>
        </p:nvSpPr>
        <p:spPr>
          <a:xfrm>
            <a:off x="3962527" y="2980944"/>
            <a:ext cx="969264" cy="969264"/>
          </a:xfrm>
          <a:custGeom>
            <a:avLst/>
            <a:gdLst>
              <a:gd name="connsiteX0" fmla="*/ 0 w 969264"/>
              <a:gd name="connsiteY0" fmla="*/ 484632 h 969264"/>
              <a:gd name="connsiteX1" fmla="*/ 484632 w 969264"/>
              <a:gd name="connsiteY1" fmla="*/ 0 h 969264"/>
              <a:gd name="connsiteX2" fmla="*/ 484632 w 969264"/>
              <a:gd name="connsiteY2" fmla="*/ 0 h 969264"/>
              <a:gd name="connsiteX3" fmla="*/ 969264 w 969264"/>
              <a:gd name="connsiteY3" fmla="*/ 484632 h 969264"/>
              <a:gd name="connsiteX4" fmla="*/ 969264 w 969264"/>
              <a:gd name="connsiteY4" fmla="*/ 484632 h 969264"/>
              <a:gd name="connsiteX5" fmla="*/ 484632 w 969264"/>
              <a:gd name="connsiteY5" fmla="*/ 969264 h 969264"/>
              <a:gd name="connsiteX6" fmla="*/ 484632 w 969264"/>
              <a:gd name="connsiteY6" fmla="*/ 969264 h 969264"/>
              <a:gd name="connsiteX7" fmla="*/ 0 w 969264"/>
              <a:gd name="connsiteY7" fmla="*/ 484632 h 96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9264" h="969264">
                <a:moveTo>
                  <a:pt x="0" y="484632"/>
                </a:moveTo>
                <a:cubicBezTo>
                  <a:pt x="0" y="216977"/>
                  <a:pt x="216977" y="0"/>
                  <a:pt x="484632" y="0"/>
                </a:cubicBezTo>
                <a:lnTo>
                  <a:pt x="484632" y="0"/>
                </a:lnTo>
                <a:cubicBezTo>
                  <a:pt x="752287" y="0"/>
                  <a:pt x="969264" y="216977"/>
                  <a:pt x="969264" y="484632"/>
                </a:cubicBezTo>
                <a:lnTo>
                  <a:pt x="969264" y="484632"/>
                </a:lnTo>
                <a:cubicBezTo>
                  <a:pt x="969264" y="752287"/>
                  <a:pt x="752287" y="969264"/>
                  <a:pt x="484632" y="969264"/>
                </a:cubicBezTo>
                <a:lnTo>
                  <a:pt x="484632" y="969264"/>
                </a:lnTo>
                <a:cubicBezTo>
                  <a:pt x="216977" y="969264"/>
                  <a:pt x="0" y="752287"/>
                  <a:pt x="0" y="484632"/>
                </a:cubicBezTo>
                <a:close/>
              </a:path>
            </a:pathLst>
          </a:custGeom>
          <a:solidFill>
            <a:schemeClr val="accent2"/>
          </a:solidFill>
          <a:ln w="126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14" name="节编号 3"/>
          <p:cNvSpPr>
            <a:spLocks noGrp="1"/>
          </p:cNvSpPr>
          <p:nvPr>
            <p:ph type="body" sz="quarter" idx="13" hasCustomPrompt="1"/>
            <p:custDataLst>
              <p:tags r:id="rId48"/>
            </p:custDataLst>
          </p:nvPr>
        </p:nvSpPr>
        <p:spPr>
          <a:xfrm>
            <a:off x="3977041" y="2190379"/>
            <a:ext cx="931418" cy="2469772"/>
          </a:xfrm>
        </p:spPr>
        <p:txBody>
          <a:bodyPr wrap="none" anchor="ctr">
            <a:normAutofit/>
          </a:bodyPr>
          <a:lstStyle>
            <a:lvl1pPr marL="0" indent="0" algn="ctr">
              <a:buNone/>
              <a:defRPr sz="4000" b="1">
                <a:solidFill>
                  <a:schemeClr val="lt1">
                    <a:lumMod val="100000"/>
                  </a:schemeClr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vert="horz" wrap="square" lIns="0" tIns="0" rIns="0" bIns="0" rtlCol="0" anchor="ctr">
            <a:normAutofit/>
          </a:bodyPr>
          <a:lstStyle>
            <a:lvl1pPr>
              <a:defRPr lang="en-US" dirty="0">
                <a:latin typeface="+mj-lt"/>
                <a:sym typeface="+mj-ea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3"/>
            </p:custDataLst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3"/>
            </p:custDataLst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>
                <a:latin typeface="+mj-lt"/>
              </a:rPr>
              <a:t>Click to add text</a:t>
            </a:r>
            <a:endParaRPr 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5"/>
            </p:custDataLst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10" name="标题 9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 hasCustomPrompt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" name="任意多边形: 形状 1" descr="preencoded.png"/>
          <p:cNvSpPr/>
          <p:nvPr userDrawn="1">
            <p:custDataLst>
              <p:tags r:id="rId6"/>
            </p:custDataLst>
          </p:nvPr>
        </p:nvSpPr>
        <p:spPr>
          <a:xfrm>
            <a:off x="46857" y="1"/>
            <a:ext cx="1045343" cy="361286"/>
          </a:xfrm>
          <a:custGeom>
            <a:avLst/>
            <a:gdLst>
              <a:gd name="connsiteX0" fmla="*/ 0 w 1799094"/>
              <a:gd name="connsiteY0" fmla="*/ 0 h 621793"/>
              <a:gd name="connsiteX1" fmla="*/ 1799094 w 1799094"/>
              <a:gd name="connsiteY1" fmla="*/ 0 h 621793"/>
              <a:gd name="connsiteX2" fmla="*/ 1773910 w 1799094"/>
              <a:gd name="connsiteY2" fmla="*/ 77363 h 621793"/>
              <a:gd name="connsiteX3" fmla="*/ 1568750 w 1799094"/>
              <a:gd name="connsiteY3" fmla="*/ 363481 h 621793"/>
              <a:gd name="connsiteX4" fmla="*/ 1261721 w 1799094"/>
              <a:gd name="connsiteY4" fmla="*/ 554659 h 621793"/>
              <a:gd name="connsiteX5" fmla="*/ 899547 w 1799094"/>
              <a:gd name="connsiteY5" fmla="*/ 621793 h 621793"/>
              <a:gd name="connsiteX6" fmla="*/ 537374 w 1799094"/>
              <a:gd name="connsiteY6" fmla="*/ 554659 h 621793"/>
              <a:gd name="connsiteX7" fmla="*/ 230338 w 1799094"/>
              <a:gd name="connsiteY7" fmla="*/ 363481 h 621793"/>
              <a:gd name="connsiteX8" fmla="*/ 25184 w 1799094"/>
              <a:gd name="connsiteY8" fmla="*/ 77363 h 621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99094" h="621793">
                <a:moveTo>
                  <a:pt x="0" y="0"/>
                </a:moveTo>
                <a:lnTo>
                  <a:pt x="1799094" y="0"/>
                </a:lnTo>
                <a:lnTo>
                  <a:pt x="1773910" y="77363"/>
                </a:lnTo>
                <a:cubicBezTo>
                  <a:pt x="1726349" y="184363"/>
                  <a:pt x="1656632" y="281586"/>
                  <a:pt x="1568750" y="363481"/>
                </a:cubicBezTo>
                <a:cubicBezTo>
                  <a:pt x="1480868" y="445376"/>
                  <a:pt x="1376547" y="510338"/>
                  <a:pt x="1261721" y="554659"/>
                </a:cubicBezTo>
                <a:cubicBezTo>
                  <a:pt x="1146898" y="598980"/>
                  <a:pt x="1023831" y="621793"/>
                  <a:pt x="899547" y="621793"/>
                </a:cubicBezTo>
                <a:cubicBezTo>
                  <a:pt x="775263" y="621793"/>
                  <a:pt x="652196" y="598980"/>
                  <a:pt x="537374" y="554659"/>
                </a:cubicBezTo>
                <a:cubicBezTo>
                  <a:pt x="422551" y="510338"/>
                  <a:pt x="318220" y="445376"/>
                  <a:pt x="230338" y="363481"/>
                </a:cubicBezTo>
                <a:cubicBezTo>
                  <a:pt x="142457" y="281587"/>
                  <a:pt x="72745" y="184363"/>
                  <a:pt x="25184" y="77363"/>
                </a:cubicBezTo>
                <a:close/>
              </a:path>
            </a:pathLst>
          </a:custGeom>
          <a:solidFill>
            <a:schemeClr val="accent2">
              <a:alpha val="20000"/>
            </a:schemeClr>
          </a:soli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17" name="椭圆 16"/>
          <p:cNvSpPr/>
          <p:nvPr userDrawn="1">
            <p:custDataLst>
              <p:tags r:id="rId7"/>
            </p:custDataLst>
          </p:nvPr>
        </p:nvSpPr>
        <p:spPr>
          <a:xfrm>
            <a:off x="11435715" y="6181090"/>
            <a:ext cx="57150" cy="5715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8" name="椭圆 17"/>
          <p:cNvSpPr/>
          <p:nvPr userDrawn="1">
            <p:custDataLst>
              <p:tags r:id="rId8"/>
            </p:custDataLst>
          </p:nvPr>
        </p:nvSpPr>
        <p:spPr>
          <a:xfrm>
            <a:off x="11597005" y="6177915"/>
            <a:ext cx="57150" cy="5715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9" name="椭圆 18"/>
          <p:cNvSpPr/>
          <p:nvPr userDrawn="1">
            <p:custDataLst>
              <p:tags r:id="rId9"/>
            </p:custDataLst>
          </p:nvPr>
        </p:nvSpPr>
        <p:spPr>
          <a:xfrm>
            <a:off x="11758295" y="6184265"/>
            <a:ext cx="57150" cy="5715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4" name="椭圆 13"/>
          <p:cNvSpPr/>
          <p:nvPr userDrawn="1">
            <p:custDataLst>
              <p:tags r:id="rId10"/>
            </p:custDataLst>
          </p:nvPr>
        </p:nvSpPr>
        <p:spPr>
          <a:xfrm>
            <a:off x="11435715" y="6342380"/>
            <a:ext cx="57150" cy="5715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5" name="椭圆 14"/>
          <p:cNvSpPr/>
          <p:nvPr userDrawn="1">
            <p:custDataLst>
              <p:tags r:id="rId11"/>
            </p:custDataLst>
          </p:nvPr>
        </p:nvSpPr>
        <p:spPr>
          <a:xfrm>
            <a:off x="11597005" y="6339205"/>
            <a:ext cx="57150" cy="5715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6" name="椭圆 15"/>
          <p:cNvSpPr/>
          <p:nvPr userDrawn="1">
            <p:custDataLst>
              <p:tags r:id="rId12"/>
            </p:custDataLst>
          </p:nvPr>
        </p:nvSpPr>
        <p:spPr>
          <a:xfrm>
            <a:off x="11758295" y="6345555"/>
            <a:ext cx="57150" cy="5715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1" name="椭圆 10"/>
          <p:cNvSpPr/>
          <p:nvPr userDrawn="1">
            <p:custDataLst>
              <p:tags r:id="rId13"/>
            </p:custDataLst>
          </p:nvPr>
        </p:nvSpPr>
        <p:spPr>
          <a:xfrm>
            <a:off x="11435715" y="6503670"/>
            <a:ext cx="57150" cy="5715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2" name="椭圆 11"/>
          <p:cNvSpPr/>
          <p:nvPr userDrawn="1">
            <p:custDataLst>
              <p:tags r:id="rId14"/>
            </p:custDataLst>
          </p:nvPr>
        </p:nvSpPr>
        <p:spPr>
          <a:xfrm>
            <a:off x="11597005" y="6500495"/>
            <a:ext cx="57150" cy="5715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13" name="椭圆 12"/>
          <p:cNvSpPr/>
          <p:nvPr userDrawn="1">
            <p:custDataLst>
              <p:tags r:id="rId15"/>
            </p:custDataLst>
          </p:nvPr>
        </p:nvSpPr>
        <p:spPr>
          <a:xfrm>
            <a:off x="11758295" y="6506845"/>
            <a:ext cx="57150" cy="5715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</p:spTree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4800" y="360000"/>
            <a:ext cx="10800000" cy="720000"/>
          </a:xfrm>
        </p:spPr>
        <p:txBody>
          <a:bodyPr wrap="square">
            <a:normAutofit/>
          </a:bodyPr>
          <a:lstStyle>
            <a:lvl1pPr>
              <a:defRPr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lipse 37-2186&amp;742" descr="preencoded.png"/>
          <p:cNvSpPr/>
          <p:nvPr userDrawn="1">
            <p:custDataLst>
              <p:tags r:id="rId2"/>
            </p:custDataLst>
          </p:nvPr>
        </p:nvSpPr>
        <p:spPr>
          <a:xfrm>
            <a:off x="7388352" y="5979504"/>
            <a:ext cx="1892808" cy="878496"/>
          </a:xfrm>
          <a:custGeom>
            <a:avLst/>
            <a:gdLst>
              <a:gd name="connsiteX0" fmla="*/ 946404 w 1892808"/>
              <a:gd name="connsiteY0" fmla="*/ 878496 h 878496"/>
              <a:gd name="connsiteX1" fmla="*/ 0 w 1892808"/>
              <a:gd name="connsiteY1" fmla="*/ 878496 h 878496"/>
              <a:gd name="connsiteX2" fmla="*/ 72041 w 1892808"/>
              <a:gd name="connsiteY2" fmla="*/ 542310 h 878496"/>
              <a:gd name="connsiteX3" fmla="*/ 277195 w 1892808"/>
              <a:gd name="connsiteY3" fmla="*/ 257306 h 878496"/>
              <a:gd name="connsiteX4" fmla="*/ 584231 w 1892808"/>
              <a:gd name="connsiteY4" fmla="*/ 66872 h 878496"/>
              <a:gd name="connsiteX5" fmla="*/ 946404 w 1892808"/>
              <a:gd name="connsiteY5" fmla="*/ 0 h 878496"/>
              <a:gd name="connsiteX6" fmla="*/ 1308578 w 1892808"/>
              <a:gd name="connsiteY6" fmla="*/ 66872 h 878496"/>
              <a:gd name="connsiteX7" fmla="*/ 1615607 w 1892808"/>
              <a:gd name="connsiteY7" fmla="*/ 257306 h 878496"/>
              <a:gd name="connsiteX8" fmla="*/ 1820767 w 1892808"/>
              <a:gd name="connsiteY8" fmla="*/ 542310 h 878496"/>
              <a:gd name="connsiteX9" fmla="*/ 1892808 w 1892808"/>
              <a:gd name="connsiteY9" fmla="*/ 878496 h 87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892808" h="878496">
                <a:moveTo>
                  <a:pt x="946404" y="878496"/>
                </a:moveTo>
                <a:lnTo>
                  <a:pt x="0" y="878496"/>
                </a:lnTo>
                <a:cubicBezTo>
                  <a:pt x="0" y="763130"/>
                  <a:pt x="24479" y="648894"/>
                  <a:pt x="72041" y="542310"/>
                </a:cubicBezTo>
                <a:cubicBezTo>
                  <a:pt x="119602" y="435727"/>
                  <a:pt x="189314" y="338882"/>
                  <a:pt x="277195" y="257306"/>
                </a:cubicBezTo>
                <a:cubicBezTo>
                  <a:pt x="365077" y="175730"/>
                  <a:pt x="469408" y="111020"/>
                  <a:pt x="584231" y="66872"/>
                </a:cubicBezTo>
                <a:cubicBezTo>
                  <a:pt x="699053" y="22723"/>
                  <a:pt x="822120" y="0"/>
                  <a:pt x="946404" y="0"/>
                </a:cubicBezTo>
                <a:cubicBezTo>
                  <a:pt x="1070688" y="0"/>
                  <a:pt x="1193755" y="22723"/>
                  <a:pt x="1308578" y="66872"/>
                </a:cubicBezTo>
                <a:cubicBezTo>
                  <a:pt x="1423404" y="111020"/>
                  <a:pt x="1527725" y="175730"/>
                  <a:pt x="1615607" y="257306"/>
                </a:cubicBezTo>
                <a:cubicBezTo>
                  <a:pt x="1703489" y="338881"/>
                  <a:pt x="1773206" y="435727"/>
                  <a:pt x="1820767" y="542310"/>
                </a:cubicBezTo>
                <a:cubicBezTo>
                  <a:pt x="1868329" y="648894"/>
                  <a:pt x="1892808" y="763130"/>
                  <a:pt x="1892808" y="878496"/>
                </a:cubicBezTo>
                <a:close/>
              </a:path>
            </a:pathLst>
          </a:custGeom>
          <a:solidFill>
            <a:schemeClr val="accent2">
              <a:alpha val="18000"/>
            </a:schemeClr>
          </a:soli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7" name="Rectangle 41649-2186&amp;734" descr="preencoded.png"/>
          <p:cNvSpPr/>
          <p:nvPr userDrawn="1">
            <p:custDataLst>
              <p:tags r:id="rId3"/>
            </p:custDataLst>
          </p:nvPr>
        </p:nvSpPr>
        <p:spPr>
          <a:xfrm>
            <a:off x="9625407" y="914400"/>
            <a:ext cx="2566593" cy="2615184"/>
          </a:xfrm>
          <a:custGeom>
            <a:avLst/>
            <a:gdLst>
              <a:gd name="connsiteX0" fmla="*/ 0 w 2566593"/>
              <a:gd name="connsiteY0" fmla="*/ 0 h 2615184"/>
              <a:gd name="connsiteX1" fmla="*/ 2566593 w 2566593"/>
              <a:gd name="connsiteY1" fmla="*/ 0 h 2615184"/>
              <a:gd name="connsiteX2" fmla="*/ 2566593 w 2566593"/>
              <a:gd name="connsiteY2" fmla="*/ 2615184 h 2615184"/>
              <a:gd name="connsiteX3" fmla="*/ 0 w 2566593"/>
              <a:gd name="connsiteY3" fmla="*/ 2615184 h 2615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6593" h="2615184">
                <a:moveTo>
                  <a:pt x="0" y="0"/>
                </a:moveTo>
                <a:lnTo>
                  <a:pt x="2566593" y="0"/>
                </a:lnTo>
                <a:lnTo>
                  <a:pt x="2566593" y="2615184"/>
                </a:lnTo>
                <a:lnTo>
                  <a:pt x="0" y="2615184"/>
                </a:lnTo>
                <a:close/>
              </a:path>
            </a:pathLst>
          </a:custGeom>
          <a:gradFill>
            <a:gsLst>
              <a:gs pos="19361">
                <a:schemeClr val="accent2"/>
              </a:gs>
              <a:gs pos="100000">
                <a:schemeClr val="accent3">
                  <a:lumMod val="20000"/>
                  <a:lumOff val="80000"/>
                  <a:alpha val="0"/>
                </a:schemeClr>
              </a:gs>
            </a:gsLst>
            <a:lin ang="0" scaled="1"/>
          </a:gra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54" name="椭圆 53"/>
          <p:cNvSpPr/>
          <p:nvPr userDrawn="1">
            <p:custDataLst>
              <p:tags r:id="rId4"/>
            </p:custDataLst>
          </p:nvPr>
        </p:nvSpPr>
        <p:spPr>
          <a:xfrm>
            <a:off x="9775190" y="444373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5" name="椭圆 54"/>
          <p:cNvSpPr/>
          <p:nvPr userDrawn="1">
            <p:custDataLst>
              <p:tags r:id="rId5"/>
            </p:custDataLst>
          </p:nvPr>
        </p:nvSpPr>
        <p:spPr>
          <a:xfrm>
            <a:off x="10154285" y="443611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6" name="椭圆 55"/>
          <p:cNvSpPr/>
          <p:nvPr userDrawn="1">
            <p:custDataLst>
              <p:tags r:id="rId6"/>
            </p:custDataLst>
          </p:nvPr>
        </p:nvSpPr>
        <p:spPr>
          <a:xfrm>
            <a:off x="10533380" y="442849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7" name="椭圆 56"/>
          <p:cNvSpPr/>
          <p:nvPr userDrawn="1">
            <p:custDataLst>
              <p:tags r:id="rId7"/>
            </p:custDataLst>
          </p:nvPr>
        </p:nvSpPr>
        <p:spPr>
          <a:xfrm>
            <a:off x="10912475" y="443611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8" name="椭圆 57"/>
          <p:cNvSpPr/>
          <p:nvPr userDrawn="1">
            <p:custDataLst>
              <p:tags r:id="rId8"/>
            </p:custDataLst>
          </p:nvPr>
        </p:nvSpPr>
        <p:spPr>
          <a:xfrm>
            <a:off x="11291570" y="442849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9" name="椭圆 58"/>
          <p:cNvSpPr/>
          <p:nvPr userDrawn="1">
            <p:custDataLst>
              <p:tags r:id="rId9"/>
            </p:custDataLst>
          </p:nvPr>
        </p:nvSpPr>
        <p:spPr>
          <a:xfrm>
            <a:off x="11670665" y="444373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8" name="椭圆 47"/>
          <p:cNvSpPr/>
          <p:nvPr userDrawn="1">
            <p:custDataLst>
              <p:tags r:id="rId10"/>
            </p:custDataLst>
          </p:nvPr>
        </p:nvSpPr>
        <p:spPr>
          <a:xfrm>
            <a:off x="9775190" y="482282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9" name="椭圆 48"/>
          <p:cNvSpPr/>
          <p:nvPr userDrawn="1">
            <p:custDataLst>
              <p:tags r:id="rId11"/>
            </p:custDataLst>
          </p:nvPr>
        </p:nvSpPr>
        <p:spPr>
          <a:xfrm>
            <a:off x="10154285" y="481520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0" name="椭圆 49"/>
          <p:cNvSpPr/>
          <p:nvPr userDrawn="1">
            <p:custDataLst>
              <p:tags r:id="rId12"/>
            </p:custDataLst>
          </p:nvPr>
        </p:nvSpPr>
        <p:spPr>
          <a:xfrm>
            <a:off x="10533380" y="480758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1" name="椭圆 50"/>
          <p:cNvSpPr/>
          <p:nvPr userDrawn="1">
            <p:custDataLst>
              <p:tags r:id="rId13"/>
            </p:custDataLst>
          </p:nvPr>
        </p:nvSpPr>
        <p:spPr>
          <a:xfrm>
            <a:off x="10912475" y="481520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2" name="椭圆 51"/>
          <p:cNvSpPr/>
          <p:nvPr userDrawn="1">
            <p:custDataLst>
              <p:tags r:id="rId14"/>
            </p:custDataLst>
          </p:nvPr>
        </p:nvSpPr>
        <p:spPr>
          <a:xfrm>
            <a:off x="11291570" y="480758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53" name="椭圆 52"/>
          <p:cNvSpPr/>
          <p:nvPr userDrawn="1">
            <p:custDataLst>
              <p:tags r:id="rId15"/>
            </p:custDataLst>
          </p:nvPr>
        </p:nvSpPr>
        <p:spPr>
          <a:xfrm>
            <a:off x="11670665" y="482282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2" name="椭圆 41"/>
          <p:cNvSpPr/>
          <p:nvPr userDrawn="1">
            <p:custDataLst>
              <p:tags r:id="rId16"/>
            </p:custDataLst>
          </p:nvPr>
        </p:nvSpPr>
        <p:spPr>
          <a:xfrm>
            <a:off x="9775190" y="520192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3" name="椭圆 42"/>
          <p:cNvSpPr/>
          <p:nvPr userDrawn="1">
            <p:custDataLst>
              <p:tags r:id="rId17"/>
            </p:custDataLst>
          </p:nvPr>
        </p:nvSpPr>
        <p:spPr>
          <a:xfrm>
            <a:off x="10154285" y="519430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4" name="椭圆 43"/>
          <p:cNvSpPr/>
          <p:nvPr userDrawn="1">
            <p:custDataLst>
              <p:tags r:id="rId18"/>
            </p:custDataLst>
          </p:nvPr>
        </p:nvSpPr>
        <p:spPr>
          <a:xfrm>
            <a:off x="10533380" y="518668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5" name="椭圆 44"/>
          <p:cNvSpPr/>
          <p:nvPr userDrawn="1">
            <p:custDataLst>
              <p:tags r:id="rId19"/>
            </p:custDataLst>
          </p:nvPr>
        </p:nvSpPr>
        <p:spPr>
          <a:xfrm>
            <a:off x="10912475" y="519430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6" name="椭圆 45"/>
          <p:cNvSpPr/>
          <p:nvPr userDrawn="1">
            <p:custDataLst>
              <p:tags r:id="rId20"/>
            </p:custDataLst>
          </p:nvPr>
        </p:nvSpPr>
        <p:spPr>
          <a:xfrm>
            <a:off x="11291570" y="518668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7" name="椭圆 46"/>
          <p:cNvSpPr/>
          <p:nvPr userDrawn="1">
            <p:custDataLst>
              <p:tags r:id="rId21"/>
            </p:custDataLst>
          </p:nvPr>
        </p:nvSpPr>
        <p:spPr>
          <a:xfrm>
            <a:off x="11670665" y="520192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6" name="椭圆 35"/>
          <p:cNvSpPr/>
          <p:nvPr userDrawn="1">
            <p:custDataLst>
              <p:tags r:id="rId22"/>
            </p:custDataLst>
          </p:nvPr>
        </p:nvSpPr>
        <p:spPr>
          <a:xfrm>
            <a:off x="9775190" y="558101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7" name="椭圆 36"/>
          <p:cNvSpPr/>
          <p:nvPr userDrawn="1">
            <p:custDataLst>
              <p:tags r:id="rId23"/>
            </p:custDataLst>
          </p:nvPr>
        </p:nvSpPr>
        <p:spPr>
          <a:xfrm>
            <a:off x="10154285" y="557339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8" name="椭圆 37"/>
          <p:cNvSpPr/>
          <p:nvPr userDrawn="1">
            <p:custDataLst>
              <p:tags r:id="rId24"/>
            </p:custDataLst>
          </p:nvPr>
        </p:nvSpPr>
        <p:spPr>
          <a:xfrm>
            <a:off x="10533380" y="556577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9" name="椭圆 38"/>
          <p:cNvSpPr/>
          <p:nvPr userDrawn="1">
            <p:custDataLst>
              <p:tags r:id="rId25"/>
            </p:custDataLst>
          </p:nvPr>
        </p:nvSpPr>
        <p:spPr>
          <a:xfrm>
            <a:off x="10912475" y="557339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0" name="椭圆 39"/>
          <p:cNvSpPr/>
          <p:nvPr userDrawn="1">
            <p:custDataLst>
              <p:tags r:id="rId26"/>
            </p:custDataLst>
          </p:nvPr>
        </p:nvSpPr>
        <p:spPr>
          <a:xfrm>
            <a:off x="11291570" y="556577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41" name="椭圆 40"/>
          <p:cNvSpPr/>
          <p:nvPr userDrawn="1">
            <p:custDataLst>
              <p:tags r:id="rId27"/>
            </p:custDataLst>
          </p:nvPr>
        </p:nvSpPr>
        <p:spPr>
          <a:xfrm>
            <a:off x="11670665" y="558101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0" name="椭圆 29"/>
          <p:cNvSpPr/>
          <p:nvPr userDrawn="1">
            <p:custDataLst>
              <p:tags r:id="rId28"/>
            </p:custDataLst>
          </p:nvPr>
        </p:nvSpPr>
        <p:spPr>
          <a:xfrm>
            <a:off x="9775190" y="596011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1" name="椭圆 30"/>
          <p:cNvSpPr/>
          <p:nvPr userDrawn="1">
            <p:custDataLst>
              <p:tags r:id="rId29"/>
            </p:custDataLst>
          </p:nvPr>
        </p:nvSpPr>
        <p:spPr>
          <a:xfrm>
            <a:off x="10154285" y="595249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2" name="椭圆 31"/>
          <p:cNvSpPr/>
          <p:nvPr userDrawn="1">
            <p:custDataLst>
              <p:tags r:id="rId30"/>
            </p:custDataLst>
          </p:nvPr>
        </p:nvSpPr>
        <p:spPr>
          <a:xfrm>
            <a:off x="10533380" y="594487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3" name="椭圆 32"/>
          <p:cNvSpPr/>
          <p:nvPr userDrawn="1">
            <p:custDataLst>
              <p:tags r:id="rId31"/>
            </p:custDataLst>
          </p:nvPr>
        </p:nvSpPr>
        <p:spPr>
          <a:xfrm>
            <a:off x="10912475" y="595249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4" name="椭圆 33"/>
          <p:cNvSpPr/>
          <p:nvPr userDrawn="1">
            <p:custDataLst>
              <p:tags r:id="rId32"/>
            </p:custDataLst>
          </p:nvPr>
        </p:nvSpPr>
        <p:spPr>
          <a:xfrm>
            <a:off x="11291570" y="594487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35" name="椭圆 34"/>
          <p:cNvSpPr/>
          <p:nvPr userDrawn="1">
            <p:custDataLst>
              <p:tags r:id="rId33"/>
            </p:custDataLst>
          </p:nvPr>
        </p:nvSpPr>
        <p:spPr>
          <a:xfrm>
            <a:off x="11670665" y="596011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3" name="椭圆 22"/>
          <p:cNvSpPr/>
          <p:nvPr userDrawn="1">
            <p:custDataLst>
              <p:tags r:id="rId34"/>
            </p:custDataLst>
          </p:nvPr>
        </p:nvSpPr>
        <p:spPr>
          <a:xfrm>
            <a:off x="9775190" y="633920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5" name="椭圆 24"/>
          <p:cNvSpPr/>
          <p:nvPr userDrawn="1">
            <p:custDataLst>
              <p:tags r:id="rId35"/>
            </p:custDataLst>
          </p:nvPr>
        </p:nvSpPr>
        <p:spPr>
          <a:xfrm>
            <a:off x="10154285" y="633158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6" name="椭圆 25"/>
          <p:cNvSpPr/>
          <p:nvPr userDrawn="1">
            <p:custDataLst>
              <p:tags r:id="rId36"/>
            </p:custDataLst>
          </p:nvPr>
        </p:nvSpPr>
        <p:spPr>
          <a:xfrm>
            <a:off x="10533380" y="632396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7" name="椭圆 26"/>
          <p:cNvSpPr/>
          <p:nvPr userDrawn="1">
            <p:custDataLst>
              <p:tags r:id="rId37"/>
            </p:custDataLst>
          </p:nvPr>
        </p:nvSpPr>
        <p:spPr>
          <a:xfrm>
            <a:off x="10912475" y="633158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8" name="椭圆 27"/>
          <p:cNvSpPr/>
          <p:nvPr userDrawn="1">
            <p:custDataLst>
              <p:tags r:id="rId38"/>
            </p:custDataLst>
          </p:nvPr>
        </p:nvSpPr>
        <p:spPr>
          <a:xfrm>
            <a:off x="11291570" y="632396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9" name="椭圆 28"/>
          <p:cNvSpPr/>
          <p:nvPr userDrawn="1">
            <p:custDataLst>
              <p:tags r:id="rId39"/>
            </p:custDataLst>
          </p:nvPr>
        </p:nvSpPr>
        <p:spPr>
          <a:xfrm>
            <a:off x="11670665" y="633920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72" name="椭圆 71"/>
          <p:cNvSpPr/>
          <p:nvPr userDrawn="1">
            <p:custDataLst>
              <p:tags r:id="rId40"/>
            </p:custDataLst>
          </p:nvPr>
        </p:nvSpPr>
        <p:spPr>
          <a:xfrm>
            <a:off x="290195" y="27940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73" name="椭圆 72"/>
          <p:cNvSpPr/>
          <p:nvPr userDrawn="1">
            <p:custDataLst>
              <p:tags r:id="rId41"/>
            </p:custDataLst>
          </p:nvPr>
        </p:nvSpPr>
        <p:spPr>
          <a:xfrm>
            <a:off x="669290" y="28702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74" name="椭圆 73"/>
          <p:cNvSpPr/>
          <p:nvPr userDrawn="1">
            <p:custDataLst>
              <p:tags r:id="rId42"/>
            </p:custDataLst>
          </p:nvPr>
        </p:nvSpPr>
        <p:spPr>
          <a:xfrm>
            <a:off x="1048385" y="27940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75" name="椭圆 74"/>
          <p:cNvSpPr/>
          <p:nvPr userDrawn="1">
            <p:custDataLst>
              <p:tags r:id="rId43"/>
            </p:custDataLst>
          </p:nvPr>
        </p:nvSpPr>
        <p:spPr>
          <a:xfrm>
            <a:off x="1427480" y="29464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68" name="椭圆 67"/>
          <p:cNvSpPr/>
          <p:nvPr userDrawn="1">
            <p:custDataLst>
              <p:tags r:id="rId44"/>
            </p:custDataLst>
          </p:nvPr>
        </p:nvSpPr>
        <p:spPr>
          <a:xfrm>
            <a:off x="290195" y="65849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69" name="椭圆 68"/>
          <p:cNvSpPr/>
          <p:nvPr userDrawn="1">
            <p:custDataLst>
              <p:tags r:id="rId45"/>
            </p:custDataLst>
          </p:nvPr>
        </p:nvSpPr>
        <p:spPr>
          <a:xfrm>
            <a:off x="669290" y="66611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70" name="椭圆 69"/>
          <p:cNvSpPr/>
          <p:nvPr userDrawn="1">
            <p:custDataLst>
              <p:tags r:id="rId46"/>
            </p:custDataLst>
          </p:nvPr>
        </p:nvSpPr>
        <p:spPr>
          <a:xfrm>
            <a:off x="1048385" y="65849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71" name="椭圆 70"/>
          <p:cNvSpPr/>
          <p:nvPr userDrawn="1">
            <p:custDataLst>
              <p:tags r:id="rId47"/>
            </p:custDataLst>
          </p:nvPr>
        </p:nvSpPr>
        <p:spPr>
          <a:xfrm>
            <a:off x="1427480" y="67373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64" name="椭圆 63"/>
          <p:cNvSpPr/>
          <p:nvPr userDrawn="1">
            <p:custDataLst>
              <p:tags r:id="rId48"/>
            </p:custDataLst>
          </p:nvPr>
        </p:nvSpPr>
        <p:spPr>
          <a:xfrm>
            <a:off x="290195" y="103759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65" name="椭圆 64"/>
          <p:cNvSpPr/>
          <p:nvPr userDrawn="1">
            <p:custDataLst>
              <p:tags r:id="rId49"/>
            </p:custDataLst>
          </p:nvPr>
        </p:nvSpPr>
        <p:spPr>
          <a:xfrm>
            <a:off x="669290" y="104521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66" name="椭圆 65"/>
          <p:cNvSpPr/>
          <p:nvPr userDrawn="1">
            <p:custDataLst>
              <p:tags r:id="rId50"/>
            </p:custDataLst>
          </p:nvPr>
        </p:nvSpPr>
        <p:spPr>
          <a:xfrm>
            <a:off x="1048385" y="103759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67" name="椭圆 66"/>
          <p:cNvSpPr/>
          <p:nvPr userDrawn="1">
            <p:custDataLst>
              <p:tags r:id="rId51"/>
            </p:custDataLst>
          </p:nvPr>
        </p:nvSpPr>
        <p:spPr>
          <a:xfrm>
            <a:off x="1427480" y="105283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52"/>
            </p:custDataLst>
          </p:nvPr>
        </p:nvSpPr>
        <p:spPr>
          <a:xfrm>
            <a:off x="1183004" y="1256030"/>
            <a:ext cx="6032065" cy="227617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5800"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5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5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56"/>
            </p:custDataLst>
          </p:nvPr>
        </p:nvSpPr>
        <p:spPr>
          <a:xfrm>
            <a:off x="1183004" y="3871785"/>
            <a:ext cx="6032064" cy="504000"/>
          </a:xfrm>
        </p:spPr>
        <p:txBody>
          <a:bodyPr wrap="square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8" name="任意多边形: 形状 7" descr="preencoded.png"/>
          <p:cNvSpPr/>
          <p:nvPr userDrawn="1">
            <p:custDataLst>
              <p:tags r:id="rId57"/>
            </p:custDataLst>
          </p:nvPr>
        </p:nvSpPr>
        <p:spPr>
          <a:xfrm>
            <a:off x="1" y="0"/>
            <a:ext cx="2095873" cy="914400"/>
          </a:xfrm>
          <a:custGeom>
            <a:avLst/>
            <a:gdLst>
              <a:gd name="connsiteX0" fmla="*/ 0 w 2095873"/>
              <a:gd name="connsiteY0" fmla="*/ 0 h 914400"/>
              <a:gd name="connsiteX1" fmla="*/ 2095873 w 2095873"/>
              <a:gd name="connsiteY1" fmla="*/ 0 h 914400"/>
              <a:gd name="connsiteX2" fmla="*/ 2042749 w 2095873"/>
              <a:gd name="connsiteY2" fmla="*/ 112323 h 914400"/>
              <a:gd name="connsiteX3" fmla="*/ 1777581 w 2095873"/>
              <a:gd name="connsiteY3" fmla="*/ 469891 h 914400"/>
              <a:gd name="connsiteX4" fmla="*/ 1285340 w 2095873"/>
              <a:gd name="connsiteY4" fmla="*/ 798876 h 914400"/>
              <a:gd name="connsiteX5" fmla="*/ 704689 w 2095873"/>
              <a:gd name="connsiteY5" fmla="*/ 914400 h 914400"/>
              <a:gd name="connsiteX6" fmla="*/ 124042 w 2095873"/>
              <a:gd name="connsiteY6" fmla="*/ 798876 h 914400"/>
              <a:gd name="connsiteX7" fmla="*/ 0 w 2095873"/>
              <a:gd name="connsiteY7" fmla="*/ 740186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5873" h="914400">
                <a:moveTo>
                  <a:pt x="0" y="0"/>
                </a:moveTo>
                <a:lnTo>
                  <a:pt x="2095873" y="0"/>
                </a:lnTo>
                <a:lnTo>
                  <a:pt x="2042749" y="112323"/>
                </a:lnTo>
                <a:cubicBezTo>
                  <a:pt x="1972540" y="243663"/>
                  <a:pt x="1883256" y="364196"/>
                  <a:pt x="1777581" y="469891"/>
                </a:cubicBezTo>
                <a:cubicBezTo>
                  <a:pt x="1636694" y="610818"/>
                  <a:pt x="1469423" y="722607"/>
                  <a:pt x="1285340" y="798876"/>
                </a:cubicBezTo>
                <a:cubicBezTo>
                  <a:pt x="1101249" y="875144"/>
                  <a:pt x="903945" y="914400"/>
                  <a:pt x="704689" y="914400"/>
                </a:cubicBezTo>
                <a:cubicBezTo>
                  <a:pt x="505434" y="914400"/>
                  <a:pt x="308130" y="875144"/>
                  <a:pt x="124042" y="798876"/>
                </a:cubicBezTo>
                <a:lnTo>
                  <a:pt x="0" y="740186"/>
                </a:lnTo>
                <a:close/>
              </a:path>
            </a:pathLst>
          </a:custGeom>
          <a:solidFill>
            <a:schemeClr val="accent2">
              <a:alpha val="20000"/>
            </a:schemeClr>
          </a:soli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</p:spTree>
  </p:cSld>
  <p:clrMapOvr>
    <a:masterClrMapping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image" Target="../media/image1.png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tags" Target="../tags/tag237.xml"/><Relationship Id="rId14" Type="http://schemas.openxmlformats.org/officeDocument/2006/relationships/tags" Target="../tags/tag238.xml"/><Relationship Id="rId15" Type="http://schemas.openxmlformats.org/officeDocument/2006/relationships/tags" Target="../tags/tag239.xml"/><Relationship Id="rId16" Type="http://schemas.openxmlformats.org/officeDocument/2006/relationships/tags" Target="../tags/tag240.xml"/><Relationship Id="rId17" Type="http://schemas.openxmlformats.org/officeDocument/2006/relationships/tags" Target="../tags/tag241.xml"/><Relationship Id="rId18" Type="http://schemas.openxmlformats.org/officeDocument/2006/relationships/tags" Target="../tags/tag242.xml"/><Relationship Id="rId19" Type="http://schemas.openxmlformats.org/officeDocument/2006/relationships/tags" Target="../tags/tag243.xml"/><Relationship Id="rId20" Type="http://schemas.openxmlformats.org/officeDocument/2006/relationships/tags" Target="../tags/tag244.xml"/><Relationship Id="rId21" Type="http://schemas.openxmlformats.org/officeDocument/2006/relationships/tags" Target="../tags/tag245.xml"/><Relationship Id="rId22" Type="http://schemas.openxmlformats.org/officeDocument/2006/relationships/tags" Target="../tags/tag246.xml"/><Relationship Id="rId23" Type="http://schemas.openxmlformats.org/officeDocument/2006/relationships/tags" Target="../tags/tag247.xml"/><Relationship Id="rId24" Type="http://schemas.openxmlformats.org/officeDocument/2006/relationships/tags" Target="../tags/tag248.xml"/><Relationship Id="rId25" Type="http://schemas.openxmlformats.org/officeDocument/2006/relationships/tags" Target="../tags/tag249.xml"/><Relationship Id="rId26" Type="http://schemas.openxmlformats.org/officeDocument/2006/relationships/tags" Target="../tags/tag250.xml"/><Relationship Id="rId27" Type="http://schemas.openxmlformats.org/officeDocument/2006/relationships/tags" Target="../tags/tag251.xml"/><Relationship Id="rId28" Type="http://schemas.openxmlformats.org/officeDocument/2006/relationships/tags" Target="../tags/tag252.xml"/><Relationship Id="rId2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-13447" y="6019834"/>
            <a:ext cx="12205447" cy="858261"/>
            <a:chOff x="-13447" y="6019834"/>
            <a:chExt cx="12205447" cy="858261"/>
          </a:xfrm>
        </p:grpSpPr>
        <p:sp>
          <p:nvSpPr>
            <p:cNvPr id="8" name="Rectangle 7"/>
            <p:cNvSpPr/>
            <p:nvPr userDrawn="1"/>
          </p:nvSpPr>
          <p:spPr>
            <a:xfrm>
              <a:off x="-13447" y="6334780"/>
              <a:ext cx="12205447" cy="523220"/>
            </a:xfrm>
            <a:prstGeom prst="rect">
              <a:avLst/>
            </a:prstGeom>
            <a:gradFill flip="none" rotWithShape="1">
              <a:gsLst>
                <a:gs pos="0">
                  <a:srgbClr val="004071">
                    <a:shade val="30000"/>
                    <a:satMod val="115000"/>
                  </a:srgbClr>
                </a:gs>
                <a:gs pos="50000">
                  <a:srgbClr val="004071">
                    <a:shade val="67500"/>
                    <a:satMod val="115000"/>
                  </a:srgbClr>
                </a:gs>
                <a:gs pos="100000">
                  <a:srgbClr val="004071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>
              <a:solidFill>
                <a:srgbClr val="00407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x-none"/>
            </a:p>
          </p:txBody>
        </p:sp>
        <p:pic>
          <p:nvPicPr>
            <p:cNvPr id="9" name="Picture 8"/>
            <p:cNvPicPr>
              <a:picLocks noChangeAspect="1"/>
            </p:cNvPicPr>
            <p:nvPr userDrawn="1"/>
          </p:nvPicPr>
          <p:blipFill>
            <a:blip r:embed="rId13"/>
            <a:stretch>
              <a:fillRect/>
            </a:stretch>
          </p:blipFill>
          <p:spPr>
            <a:xfrm>
              <a:off x="346635" y="6019834"/>
              <a:ext cx="872565" cy="858261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 userDrawn="1"/>
          </p:nvSpPr>
          <p:spPr>
            <a:xfrm>
              <a:off x="1219200" y="6365557"/>
              <a:ext cx="3543719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x-none" sz="1200" b="0" dirty="0">
                  <a:solidFill>
                    <a:schemeClr val="bg1"/>
                  </a:solidFill>
                </a:rPr>
                <a:t>FACULTY OF COMPUTING</a:t>
              </a:r>
              <a:endParaRPr lang="x-none" sz="1200" b="0" dirty="0">
                <a:solidFill>
                  <a:schemeClr val="bg1"/>
                </a:solidFill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x-none" sz="1200" b="0" dirty="0">
                  <a:solidFill>
                    <a:schemeClr val="bg1"/>
                  </a:solidFill>
                </a:rPr>
                <a:t>SABARAGAMUWA UNIVERSITY OF SRI LANKA</a:t>
              </a:r>
              <a:endParaRPr lang="x-none" sz="1200" b="0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/>
            <p:cNvSpPr txBox="1"/>
            <p:nvPr userDrawn="1"/>
          </p:nvSpPr>
          <p:spPr>
            <a:xfrm>
              <a:off x="7811664" y="6365557"/>
              <a:ext cx="2870200" cy="4603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x-none" sz="1200" b="0" dirty="0">
                  <a:solidFill>
                    <a:schemeClr val="bg1"/>
                  </a:solidFill>
                </a:rPr>
                <a:t>DEFENSE : </a:t>
              </a:r>
              <a:endParaRPr lang="x-none" sz="1200" b="0" dirty="0">
                <a:solidFill>
                  <a:schemeClr val="bg1"/>
                </a:solidFill>
              </a:endParaRPr>
            </a:p>
            <a:p>
              <a:r>
                <a:rPr lang="x-none" sz="1200" b="0" dirty="0">
                  <a:solidFill>
                    <a:schemeClr val="bg1"/>
                  </a:solidFill>
                </a:rPr>
                <a:t>DEPARTMENT OF SOFTWARE ENGINEERING</a:t>
              </a:r>
              <a:endParaRPr lang="x-none" sz="1200" b="0" dirty="0">
                <a:solidFill>
                  <a:schemeClr val="bg1"/>
                </a:solidFill>
              </a:endParaRPr>
            </a:p>
          </p:txBody>
        </p:sp>
      </p:grpSp>
      <p:sp>
        <p:nvSpPr>
          <p:cNvPr id="13" name="Rectangle 12"/>
          <p:cNvSpPr/>
          <p:nvPr userDrawn="1"/>
        </p:nvSpPr>
        <p:spPr>
          <a:xfrm>
            <a:off x="-13448" y="-12700"/>
            <a:ext cx="12205447" cy="1104900"/>
          </a:xfrm>
          <a:prstGeom prst="rect">
            <a:avLst/>
          </a:prstGeom>
          <a:gradFill flip="none" rotWithShape="1">
            <a:gsLst>
              <a:gs pos="0">
                <a:srgbClr val="004071">
                  <a:shade val="30000"/>
                  <a:satMod val="115000"/>
                </a:srgbClr>
              </a:gs>
              <a:gs pos="50000">
                <a:srgbClr val="004071">
                  <a:shade val="67500"/>
                  <a:satMod val="115000"/>
                </a:srgbClr>
              </a:gs>
              <a:gs pos="100000">
                <a:srgbClr val="004071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solidFill>
              <a:srgbClr val="0040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466873" y="6380945"/>
            <a:ext cx="164084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COMMUNITY</a:t>
            </a:r>
            <a:r>
              <a:rPr lang="x-none" sz="1200" b="1">
                <a:solidFill>
                  <a:schemeClr val="bg1"/>
                </a:solidFill>
              </a:rPr>
              <a:t> </a:t>
            </a:r>
            <a:r>
              <a:rPr lang="x-none" sz="1200" b="1" dirty="0">
                <a:solidFill>
                  <a:schemeClr val="bg1"/>
                </a:solidFill>
              </a:rPr>
              <a:t>PROJECT </a:t>
            </a:r>
            <a:endParaRPr lang="x-none" sz="1200" b="1" dirty="0">
              <a:solidFill>
                <a:schemeClr val="bg1"/>
              </a:solidFill>
            </a:endParaRPr>
          </a:p>
          <a:p>
            <a:pPr algn="ctr"/>
            <a:r>
              <a:rPr lang="x-none" sz="1200" b="1">
                <a:solidFill>
                  <a:schemeClr val="bg1"/>
                </a:solidFill>
              </a:rPr>
              <a:t>SE</a:t>
            </a:r>
            <a:r>
              <a:rPr lang="en-US" sz="1200" b="1" dirty="0">
                <a:solidFill>
                  <a:schemeClr val="bg1"/>
                </a:solidFill>
              </a:rPr>
              <a:t>6</a:t>
            </a:r>
            <a:r>
              <a:rPr lang="x-none" sz="1200" b="1">
                <a:solidFill>
                  <a:schemeClr val="bg1"/>
                </a:solidFill>
              </a:rPr>
              <a:t>10</a:t>
            </a: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x-none" sz="1200" b="1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6" name="任意多边形: 形状 25" descr="preencoded.png"/>
          <p:cNvSpPr/>
          <p:nvPr>
            <p:custDataLst>
              <p:tags r:id="rId18"/>
            </p:custDataLst>
          </p:nvPr>
        </p:nvSpPr>
        <p:spPr>
          <a:xfrm>
            <a:off x="46857" y="0"/>
            <a:ext cx="1799094" cy="621793"/>
          </a:xfrm>
          <a:custGeom>
            <a:avLst/>
            <a:gdLst>
              <a:gd name="connsiteX0" fmla="*/ 0 w 1799094"/>
              <a:gd name="connsiteY0" fmla="*/ 0 h 621793"/>
              <a:gd name="connsiteX1" fmla="*/ 1799094 w 1799094"/>
              <a:gd name="connsiteY1" fmla="*/ 0 h 621793"/>
              <a:gd name="connsiteX2" fmla="*/ 1773910 w 1799094"/>
              <a:gd name="connsiteY2" fmla="*/ 77363 h 621793"/>
              <a:gd name="connsiteX3" fmla="*/ 1568750 w 1799094"/>
              <a:gd name="connsiteY3" fmla="*/ 363481 h 621793"/>
              <a:gd name="connsiteX4" fmla="*/ 1261721 w 1799094"/>
              <a:gd name="connsiteY4" fmla="*/ 554659 h 621793"/>
              <a:gd name="connsiteX5" fmla="*/ 899547 w 1799094"/>
              <a:gd name="connsiteY5" fmla="*/ 621793 h 621793"/>
              <a:gd name="connsiteX6" fmla="*/ 537374 w 1799094"/>
              <a:gd name="connsiteY6" fmla="*/ 554659 h 621793"/>
              <a:gd name="connsiteX7" fmla="*/ 230338 w 1799094"/>
              <a:gd name="connsiteY7" fmla="*/ 363481 h 621793"/>
              <a:gd name="connsiteX8" fmla="*/ 25184 w 1799094"/>
              <a:gd name="connsiteY8" fmla="*/ 77363 h 621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99094" h="621793">
                <a:moveTo>
                  <a:pt x="0" y="0"/>
                </a:moveTo>
                <a:lnTo>
                  <a:pt x="1799094" y="0"/>
                </a:lnTo>
                <a:lnTo>
                  <a:pt x="1773910" y="77363"/>
                </a:lnTo>
                <a:cubicBezTo>
                  <a:pt x="1726349" y="184363"/>
                  <a:pt x="1656632" y="281586"/>
                  <a:pt x="1568750" y="363481"/>
                </a:cubicBezTo>
                <a:cubicBezTo>
                  <a:pt x="1480868" y="445376"/>
                  <a:pt x="1376547" y="510338"/>
                  <a:pt x="1261721" y="554659"/>
                </a:cubicBezTo>
                <a:cubicBezTo>
                  <a:pt x="1146898" y="598980"/>
                  <a:pt x="1023831" y="621793"/>
                  <a:pt x="899547" y="621793"/>
                </a:cubicBezTo>
                <a:cubicBezTo>
                  <a:pt x="775263" y="621793"/>
                  <a:pt x="652196" y="598980"/>
                  <a:pt x="537374" y="554659"/>
                </a:cubicBezTo>
                <a:cubicBezTo>
                  <a:pt x="422551" y="510338"/>
                  <a:pt x="318220" y="445376"/>
                  <a:pt x="230338" y="363481"/>
                </a:cubicBezTo>
                <a:cubicBezTo>
                  <a:pt x="142457" y="281587"/>
                  <a:pt x="72745" y="184363"/>
                  <a:pt x="25184" y="77363"/>
                </a:cubicBezTo>
                <a:close/>
              </a:path>
            </a:pathLst>
          </a:custGeom>
          <a:solidFill>
            <a:schemeClr val="accent2">
              <a:alpha val="20000"/>
            </a:schemeClr>
          </a:soli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椭圆 20"/>
          <p:cNvSpPr/>
          <p:nvPr>
            <p:custDataLst>
              <p:tags r:id="rId19"/>
            </p:custDataLst>
          </p:nvPr>
        </p:nvSpPr>
        <p:spPr>
          <a:xfrm>
            <a:off x="10922635" y="566356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椭圆 21"/>
          <p:cNvSpPr/>
          <p:nvPr>
            <p:custDataLst>
              <p:tags r:id="rId20"/>
            </p:custDataLst>
          </p:nvPr>
        </p:nvSpPr>
        <p:spPr>
          <a:xfrm>
            <a:off x="11301730" y="565594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椭圆 22"/>
          <p:cNvSpPr/>
          <p:nvPr>
            <p:custDataLst>
              <p:tags r:id="rId21"/>
            </p:custDataLst>
          </p:nvPr>
        </p:nvSpPr>
        <p:spPr>
          <a:xfrm>
            <a:off x="11680825" y="567118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椭圆 17"/>
          <p:cNvSpPr/>
          <p:nvPr>
            <p:custDataLst>
              <p:tags r:id="rId22"/>
            </p:custDataLst>
          </p:nvPr>
        </p:nvSpPr>
        <p:spPr>
          <a:xfrm>
            <a:off x="10922635" y="604266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椭圆 18"/>
          <p:cNvSpPr/>
          <p:nvPr>
            <p:custDataLst>
              <p:tags r:id="rId23"/>
            </p:custDataLst>
          </p:nvPr>
        </p:nvSpPr>
        <p:spPr>
          <a:xfrm>
            <a:off x="11301730" y="603504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椭圆 19"/>
          <p:cNvSpPr/>
          <p:nvPr>
            <p:custDataLst>
              <p:tags r:id="rId24"/>
            </p:custDataLst>
          </p:nvPr>
        </p:nvSpPr>
        <p:spPr>
          <a:xfrm>
            <a:off x="11680825" y="6050280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椭圆 14"/>
          <p:cNvSpPr/>
          <p:nvPr>
            <p:custDataLst>
              <p:tags r:id="rId25"/>
            </p:custDataLst>
          </p:nvPr>
        </p:nvSpPr>
        <p:spPr>
          <a:xfrm>
            <a:off x="10922635" y="642175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椭圆 15"/>
          <p:cNvSpPr/>
          <p:nvPr>
            <p:custDataLst>
              <p:tags r:id="rId26"/>
            </p:custDataLst>
          </p:nvPr>
        </p:nvSpPr>
        <p:spPr>
          <a:xfrm>
            <a:off x="11301730" y="641413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椭圆 16"/>
          <p:cNvSpPr/>
          <p:nvPr>
            <p:custDataLst>
              <p:tags r:id="rId27"/>
            </p:custDataLst>
          </p:nvPr>
        </p:nvSpPr>
        <p:spPr>
          <a:xfrm>
            <a:off x="11680825" y="6429375"/>
            <a:ext cx="134620" cy="1346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KSO_TEMPLATE" hidden="1"/>
          <p:cNvSpPr/>
          <p:nvPr userDrawn="1">
            <p:custDataLst>
              <p:tags r:id="rId28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accent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99A06"/>
                </a:solidFill>
              </a:rPr>
              <a:t>Capstone Project in Data Science II  -  DS4105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778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1F3964"/>
                </a:solidFill>
              </a:rPr>
              <a:t>REAL-TIME FACIAL EMOTION RECOGNITION
USING MEDIAPIPE AND DEEP CNN WITH FOCAL LOSS</a:t>
            </a:r>
          </a:p>
        </p:txBody>
      </p:sp>
      <p:pic>
        <p:nvPicPr>
          <p:cNvPr id="5" name="Picture 4" descr="Screenshot 2026-08-29 095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105156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017520"/>
            <a:ext cx="6400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964"/>
                </a:solidFill>
              </a:rPr>
              <a:t>Department of Data Science
Faculty of Computing
Sabaragamuwa University of Sri Lanka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06240"/>
            <a:ext cx="8229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</a:rPr>
              <a:t>Index No     :  22CDS0439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45152"/>
            <a:ext cx="8229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</a:rPr>
              <a:t>Name         :  Harol Maxilan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84064"/>
            <a:ext cx="8229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</a:rPr>
              <a:t>Supervisor   :  Mr. Dimuthu Lakshan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21792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September 2026</a:t>
            </a:r>
          </a:p>
        </p:txBody>
      </p:sp>
    </p:spTree>
  </p:cSld>
  <p:clrMapOvr>
    <a:masterClrMapping/>
  </p:clrMapOvr>
</p:sld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99A06"/>
                </a:solidFill>
              </a:rPr>
              <a:t>Capstone Project in Data Science II  -  DS4105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778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1F3964"/>
                </a:solidFill>
              </a:rPr>
              <a:t>REAL-TIME FACIAL EMOTION RECOGNITION
USING MEDIAPIPE AND DEEP CNN WITH FOCAL LOSS</a:t>
            </a:r>
          </a:p>
        </p:txBody>
      </p:sp>
      <p:pic>
        <p:nvPicPr>
          <p:cNvPr id="5" name="Picture 4" descr="Screenshot 2026-08-29 095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105156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017520"/>
            <a:ext cx="6400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964"/>
                </a:solidFill>
              </a:rPr>
              <a:t>Department of Data Science
Faculty of Computing
Sabaragamuwa University of Sri Lanka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06240"/>
            <a:ext cx="8229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</a:rPr>
              <a:t>Index No     :  22CDS0439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45152"/>
            <a:ext cx="8229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</a:rPr>
              <a:t>Name         :  Harol Maxilan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84064"/>
            <a:ext cx="8229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</a:rPr>
              <a:t>Supervisor   :  Mr. Dimuthu Lakshan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21792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000000"/>
                </a:solidFill>
              </a:rPr>
              <a:t>1.   Introduction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2.   Background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3.   Specification and Design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4.   Data Collection and Preprocessing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5.   Feature Engineering and Selection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6.   Model Selection, Training and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000000"/>
                </a:solidFill>
              </a:rPr>
              <a:t>7.   Model Deployment and Integration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8.   Results and Conclusion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9.   Future Works and Recommendations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10.  References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11. 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000000"/>
                </a:solidFill>
              </a:rPr>
              <a:t>1.   Introduction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2.   Background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3.   Specification and Design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4.   Data Collection and Preprocessing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5.   Feature Engineering and Selection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6.   Model Selection, Training and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000000"/>
                </a:solidFill>
              </a:rPr>
              <a:t>7.   Model Deployment and Integration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8.   Results and Conclusion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9.   Future Works and Recommendations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10.  References</a:t>
            </a:r>
          </a:p>
          <a:p>
            <a:pPr algn="l"/>
            <a:r>
              <a:rPr sz="1700">
                <a:solidFill>
                  <a:srgbClr val="000000"/>
                </a:solidFill>
              </a:rPr>
              <a:t>11.  Demonstration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Introduction to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What is Facial Emotion Recognition (FER)?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A computer looks at a face and figures out how the person feels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Like a teacher who can tell if students are bored or confused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The Problem We Are Solving: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People express 7 emotions: Angry, Disgust, Fear, Happy, Sad, Surprise, Neutral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Computers cannot feel -- but they can be trained to read faces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Existing systems struggle with rare emotions and flickering predictions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Why Does This Matter?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E-learning: adapt lessons if student looks confused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Driver safety: alert driver if face shows fatigue or fear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Mental health tools: track emotional trends over time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Scope of This Project: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Real-time webcam input  =&gt;  7 emotion classes  =&gt;  30 FPS output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Single laptop, no internet, no server needed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Introduction to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What is Facial Emotion Recognition (FER)?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A computer looks at a face and figures out how the person feels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Like a teacher who can tell if students are bored or confused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The Problem We Are Solving: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People express 7 emotions: Angry, Disgust, Fear, Happy, Sad, Surprise, Neutral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Computers cannot feel -- but they can be trained to read faces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Existing systems struggle with rare emotions and flickering predictions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Why Does This Matter?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E-learning: adapt lessons if student looks confused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Driver safety: alert driver if face shows fatigue or fear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Mental health tools: track emotional trends over time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Scope of This Project: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Real-time webcam input  =&gt;  7 emotion classes  =&gt;  30 FPS output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Single laptop, no internet, no server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Background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Dataset Used: FER2013 (Goodfellow et al., 2013) [1]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35,887 grayscale face images at 48 x 48 pixels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7 emotion categories collected from Google Images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Some images are mislabelled -- human accuracy ceiling is ~65%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The Big Problem: Class Imbalance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Happy class = 7,215 training images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Disgust class = only 436 training images  (16.5x fewer!)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Standard training ignores Disgust -- model barely learns it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Our Objectives: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O1: Design a 4-Stage Deep CNN trained on FER2013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O2: Apply Focal Loss + Label Smoothing to fix class imbalance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O3: Integrate MediaPipe for fast and reliable face detection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O4: Build a real-time system at 28-30 FPS on a regular laptop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O5: Achieve test accuracy close to the 65% human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Background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Dataset Used: FER2013 (Goodfellow et al., 2013) [1]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35,887 grayscale face images at 48 x 48 pixels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7 emotion categories collected from Google Images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Some images are mislabelled -- human accuracy ceiling is ~65%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The Big Problem: Class Imbalance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Happy class = 7,215 training images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Disgust class = only 436 training images  (16.5x fewer!)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Standard training ignores Disgust -- model barely learns it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Our Objectives: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O1: Design a 4-Stage Deep CNN trained on FER2013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O2: Apply Focal Loss + Label Smoothing to fix class imbalance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O3: Integrate MediaPipe for fast and reliable face detection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O4: Build a real-time system at 28-30 FPS on a regular laptop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O5: Achieve test accuracy close to the 65% human baseline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SPECIFICATION &amp;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Use Case Diagram and 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Use Case Diagram -- 6 Use Cases: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UC-1: Launch System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UC-2: Capture Video Frame (camera)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UC-3: Detect Face using MediaPipe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UC-4: Preprocess the Face Region (crop, resize, normalise)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UC-5: Classify Emotion using the CNN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UC-6: Smooth Prediction and Display on Screen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System Architecture -- 5-Stage Pipeline: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Webcam  -&gt;  Face Detection  -&gt;  ROI Preprocessing  -&gt;  CNN  -&gt;  Display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Key Requirements: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Accept 720p webcam input | Classify into 7 emotions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10-frame majority-vote buffer | Exit on Q key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Achieve 20+ FPS | 60%+ test accuracy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SPECIFICATION &amp;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Use Case Diagram and 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Use Case Diagram -- 6 Use Cases: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UC-1: Launch System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UC-2: Capture Video Frame (camera)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UC-3: Detect Face using MediaPipe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UC-4: Preprocess the Face Region (crop, resize, normalise)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UC-5: Classify Emotion using the CNN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UC-6: Smooth Prediction and Display on Screen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System Architecture -- 5-Stage Pipeline: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Webcam  -&gt;  Face Detection  -&gt;  ROI Preprocessing  -&gt;  CNN  -&gt;  Display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Key Requirements: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Accept 720p webcam input | Classify into 7 emotions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10-frame majority-vote buffer | Exit on Q key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Achieve 20+ FPS | 60%+ test accuracy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DATA COLLECTION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Data Collection and Preprocessing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4"/>
                </a:solidFill>
              </a:rPr>
              <a:t>The FER2013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830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35,887 total face images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28,709 training images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7,178 test images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48 x 48 grayscale pixels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7 emotion categories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Source: automated Google Image search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WARNING: Some images mislabelled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Human agreement only ~65%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Disgust: 436 vs Happy: 7,215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016752" y="1280160"/>
            <a:ext cx="4572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4"/>
                </a:solidFill>
              </a:rPr>
              <a:t>Preprocessing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Step 1: Load as grayscale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Step 2: Divide by 255 -&gt; [0.0 to 1.0]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Step 3: Reshape to (48, 48, 1)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Step 4: 85% train / 15% validation split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Step 5: Shuffle training batches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Augmentation (training only):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Rotate +/-20 degrees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Flip left-right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Zoom +/-15%, Shift +/-15%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Brightness change [0.8 to 1.2]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Shear 0.15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DATA COLLECTION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Data Collection and Preprocessing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4"/>
                </a:solidFill>
              </a:rPr>
              <a:t>The FER2013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830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35,887 total face images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28,709 training images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7,178 test images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48 x 48 grayscale pixels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7 emotion categories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Source: automated Google Image search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WARNING: Some images mislabelled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Human agreement only ~65%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Disgust: 436 vs Happy: 7,215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016752" y="1280160"/>
            <a:ext cx="4572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4"/>
                </a:solidFill>
              </a:rPr>
              <a:t>Preprocessing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Step 1: Load as grayscale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Step 2: Divide by 255 -&gt; [0.0 to 1.0]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Step 3: Reshape to (48, 48, 1)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Step 4: 85% train / 15% validation split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Step 5: Shuffle training batches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Augmentation (training only):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Rotate +/-20 degrees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Flip left-right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Zoom +/-15%, Shift +/-15%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Brightness change [0.8 to 1.2]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Shear 0.15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FEATURE ENGINEERING &amp;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How Features Are Extracted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We do NOT hand-craft features -- the CNN learns them automatically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How Convolutional Filters Work: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A small 3x3 grid of numbers slides across the entire image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Each filter looks for a specific pattern (edge, curve, texture)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64 filters in Block 1 -- each finds a different pattern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What Each Block Learns: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Block 1 (64 filters):  simple edges -- lines, corners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Block 2 (128 filters): simple shapes -- eye outline, nose shape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Block 3 (256 filters): face parts -- raised eyebrow, open mouth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Block 4 (512 filters): full emotion patterns (Fear vs Surprise)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Why Grayscale?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Emotion comes from facial shape, not colour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Simpler model, faster training, same performance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Global Average Pooling (instead of Flatten):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Compresses each 3x3 feature map into one number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9x fewer parameters -&gt; much less risk of overfitting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FEATURE ENGINEERING &amp;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How Features Are Extracted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We do NOT hand-craft features -- the CNN learns them automatically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How Convolutional Filters Work: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A small 3x3 grid of numbers slides across the entire image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Each filter looks for a specific pattern (edge, curve, texture)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64 filters in Block 1 -- each finds a different pattern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What Each Block Learns: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Block 1 (64 filters):  simple edges -- lines, corners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Block 2 (128 filters): simple shapes -- eye outline, nose shape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Block 3 (256 filters): face parts -- raised eyebrow, open mouth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Block 4 (512 filters): full emotion patterns (Fear vs Surprise)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Why Grayscale?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Emotion comes from facial shape, not colour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Simpler model, faster training, same performance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Global Average Pooling (instead of Flatten):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Compresses each 3x3 feature map into one number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9x fewer parameters -&gt; much less risk of overfitting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MODEL SELECTION, TRAINING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Model Architecture and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4"/>
                </a:solidFill>
              </a:rPr>
              <a:t>4-Stage Deep ConvNet (Custom CNN)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830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Input: 48x48 grayscale face image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Block 1: Conv(64) x2 + MaxPool + Dropout 25%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Block 2: Conv(128) x2 + MaxPool + Dropout 30%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Block 3: Conv(256) x2 + MaxPool + Dropout 35%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Block 4: Conv(512) x2 + MaxPool + Dropout 40%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Head: GlobalAvgPool -&gt; Dense(256) -&gt; Dense(7)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Total parameters: ~6.4 million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BatchNorm after every Conv layer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L2 regularisation on all weights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16752" y="1280160"/>
            <a:ext cx="4572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4"/>
                </a:solidFill>
              </a:rPr>
              <a:t>Training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Loss: Focal Loss (gamma=2.0)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+ Label Smoothing (eps=0.1)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Optimiser: Adam (lr = 0.001)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Batch size: 32 images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Max epochs: 60 (stopped at 52)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Class Weighting: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Disgust weight = 4.8x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Happy weight = 0.55x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Training time: ~3.5 hours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GPU: NVIDIA RTX 2050 via WSL2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EarlyStopping: patience 12 epochs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ReduceLROnPlateau: patience 4 epochs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MODEL SELECTION, TRAINING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Model Architecture and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4"/>
                </a:solidFill>
              </a:rPr>
              <a:t>4-Stage Deep ConvNet (Custom CNN)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830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Input: 48x48 grayscale face image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Block 1: Conv(64) x2 + MaxPool + Dropout 25%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Block 2: Conv(128) x2 + MaxPool + Dropout 30%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Block 3: Conv(256) x2 + MaxPool + Dropout 35%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Block 4: Conv(512) x2 + MaxPool + Dropout 40%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Head: GlobalAvgPool -&gt; Dense(256) -&gt; Dense(7)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Total parameters: ~6.4 million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BatchNorm after every Conv layer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L2 regularisation on all weights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16752" y="1280160"/>
            <a:ext cx="4572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4"/>
                </a:solidFill>
              </a:rPr>
              <a:t>Training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Loss: Focal Loss (gamma=2.0)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+ Label Smoothing (eps=0.1)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Optimiser: Adam (lr = 0.001)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Batch size: 32 images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Max epochs: 60 (stopped at 52)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Class Weighting: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Disgust weight = 4.8x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Happy weight = 0.55x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Training time: ~3.5 hours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GPU: NVIDIA RTX 2050 via WSL2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EarlyStopping: patience 12 epochs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ReduceLROnPlateau: patience 4 epochs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MODEL DEPLOYMENT &amp;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Real-Time System and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Real-Time Pipeline (live_detect_pro.py):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1: OpenCV reads 720p camera frame (30 FPS)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2: Convert BGR colour -&gt; RGB (for MediaPipe)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3: MediaPipe BlazeFace detects face (takes 3-5 ms)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4: Crop face -&gt; grayscale -&gt; resize to 48x48 -&gt; divide by 255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5: CNN predicts 7 probabilities (takes 12-18 ms)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6: Add prediction to 10-frame memory -&gt; majority vote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7: Show emotion label on screen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Technology Stack: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Language  : Python 3.10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ML        : TensorFlow 2.15  |  Keras 2.15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Vision    : MediaPipe 0.10.9  |  OpenCV 4.8.0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Numbers   : NumPy 1.26.4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Launcher  : run_webcam.bat  (one double-click on Windows)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Training  : WSL2 + NVIDIA RTX 2050 GPU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Versioning: Git + GitHub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MODEL DEPLOYMENT &amp;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Real-Time System and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Real-Time Pipeline (live_detect_pro.py):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1: OpenCV reads 720p camera frame (30 FPS)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2: Convert BGR colour -&gt; RGB (for MediaPipe)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3: MediaPipe BlazeFace detects face (takes 3-5 ms)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4: Crop face -&gt; grayscale -&gt; resize to 48x48 -&gt; divide by 255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5: CNN predicts 7 probabilities (takes 12-18 ms)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6: Add prediction to 10-frame memory -&gt; majority vote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Step 7: Show emotion label on screen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Technology Stack: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Language  : Python 3.10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ML        : TensorFlow 2.15  |  Keras 2.15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Vision    : MediaPipe 0.10.9  |  OpenCV 4.8.0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Numbers   : NumPy 1.26.4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Launcher  : run_webcam.bat  (one double-click on Windows)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Training  : WSL2 + NVIDIA RTX 2050 GPU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Versioning: Git + GitHub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RESULTS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Results and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4"/>
                </a:solidFill>
              </a:rPr>
              <a:t>Classification Results  (7,178 test images)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830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Overall Test Accuracy :  63.51%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Weighted F1-Score     :  62.91%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Human Baseline (FER2013): ~65%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Gap from human        :  only 1.49%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Per-Class F1 Scores: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Happy    :  84.28%  (best)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Neutral  :  75.44%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Sad      :  61.08%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Angry    :  56.88%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Disgust  :  54.22%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Surprise :  49.17%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Fear     :  41.21%  (hardest)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Real-Time: 28-30 FPS on regular laptop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All 10 real-time test cases: PASSED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016752" y="1280160"/>
            <a:ext cx="4572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4"/>
                </a:solidFill>
              </a:rPr>
              <a:t>Conclusions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We achieved near-human accuracy on FER2013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What worked best: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Focal Loss fixed class imbalance (+4.13%)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4-Stage depth improved accuracy (+5.55%)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10-frame buffer removed flickering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MediaPipe gave fast stable detection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Ablation Study Summary: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Baseline CCE:     57.34%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+ Focal Loss:     61.47%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+ Label Smooth:   58.73%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Full Proposed:    63.51%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Key remaining gap: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Disgust recall still 40%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Fear confused with Surprise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RESULTS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Results and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4"/>
                </a:solidFill>
              </a:rPr>
              <a:t>Classification Results  (7,178 test images)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830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Overall Test Accuracy :  63.51%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Weighted F1-Score     :  62.91%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Human Baseline (FER2013): ~65%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Gap from human        :  only 1.49%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Per-Class F1 Scores: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Happy    :  84.28%  (best)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Neutral  :  75.44%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Sad      :  61.08%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Angry    :  56.88%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Disgust  :  54.22%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Surprise :  49.17%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Fear     :  41.21%  (hardest)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Real-Time: 28-30 FPS on regular laptop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All 10 real-time test cases: PASSED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016752" y="1280160"/>
            <a:ext cx="4572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4"/>
                </a:solidFill>
              </a:rPr>
              <a:t>Conclusions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We achieved near-human accuracy on FER2013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What worked best: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Focal Loss fixed class imbalance (+4.13%)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4-Stage depth improved accuracy (+5.55%)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10-frame buffer removed flickering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MediaPipe gave fast stable detection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Ablation Study Summary: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Baseline CCE:     57.34%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+ Focal Loss:     61.47%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+ Label Smooth:   58.73%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Full Proposed:    63.51%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Key remaining gap: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Disgust recall still 40%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      Fear confused with Surprise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FUTURE WORKS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What Can Be Improved Next?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1. Face-Specific Transfer Learning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Use VGGFace2 or AffectNet pretrained model as starting point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These are trained on millions of real faces -- much better features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Expected improvement: +4 to 8% accuracy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2. Vision Transformer (ViT) Architecture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Uses self-attention to connect eyebrows + mouth patterns together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Better at spotting emotion cues spread across the face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3. Multimodal Emotion Recognition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Combine face + voice + body language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Much more reliable in real-world noisy conditions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4. Fix Demographic Bias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Test on different ages, ethnicities, genders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Apply corrections where any group performs worse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5. Continuous Emotion Modelling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Instead of 7 fixed labels, predict how happy/sad on a scale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More nuanced and useful for real applications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FUTURE WORKS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What Can Be Improved Next?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1. Face-Specific Transfer Learning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Use VGGFace2 or AffectNet pretrained model as starting point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These are trained on millions of real faces -- much better features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Expected improvement: +4 to 8% accuracy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2. Vision Transformer (ViT) Architecture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Uses self-attention to connect eyebrows + mouth patterns together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Better at spotting emotion cues spread across the face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3. Multimodal Emotion Recognition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Combine face + voice + body language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Much more reliable in real-world noisy conditions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4. Fix Demographic Bias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Test on different ages, ethnicities, genders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Apply corrections where any group performs worse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5. Continuous Emotion Modelling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Instead of 7 fixed labels, predict how happy/sad on a scale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More nuanced and useful for real applications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References  (IEEE Format)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[1]  Goodfellow et al., Challenges in Representation Learning, ICONIP 2013.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[2]  T.-Y. Lin et al., Focal Loss for Dense Object Detection, ICCV 2017.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[3]  Lugaresi et al., MediaPipe: A Framework for Perception Pipelines, arXiv 2019.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[4]  P. Viola and M. J. Jones, Robust Real-Time Face Detection, IJCV vol.57, 2004.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[5]  K. Simonyan and A. Zisserman, Very Deep Convolutional Networks, ICLR 2015.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[6]  M. Tan and Q. V. Le, EfficientNet: Rethinking Model Scaling, ICML 2019.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[7]  S. Ioffe and C. Szegedy, Batch Normalization, ICML 2015.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[8]  N. Srivastava et al., Dropout, JMLR vol.15, 2014.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[9]  K. He et al., Deep Residual Learning for Image Recognition, CVPR 2016.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[10] A. Dosovitskiy et al., An Image is Worth 16x16 Words, ICLR 2021.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[11] R. W. Picard, Affective Computing. MIT Press, 1997.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[12] P. Ekman and W. V. Friesen, Constants Across Cultures, J. Personality &amp; Social Psych., 1971.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References  (IEEE Format)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</a:rPr>
              <a:t>[1]  Goodfellow et al., Challenges in Representation Learning, ICONIP 2013.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[2]  T.-Y. Lin et al., Focal Loss for Dense Object Detection, ICCV 2017.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[3]  Lugaresi et al., MediaPipe: A Framework for Perception Pipelines, arXiv 2019.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[4]  P. Viola and M. J. Jones, Robust Real-Time Face Detection, IJCV vol.57, 2004.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[5]  K. Simonyan and A. Zisserman, Very Deep Convolutional Networks, ICLR 2015.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[6]  M. Tan and Q. V. Le, EfficientNet: Rethinking Model Scaling, ICML 2019.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[7]  S. Ioffe and C. Szegedy, Batch Normalization, ICML 2015.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[8]  N. Srivastava et al., Dropout, JMLR vol.15, 2014.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[9]  K. He et al., Deep Residual Learning for Image Recognition, CVPR 2016.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[10] A. Dosovitskiy et al., An Image is Worth 16x16 Words, ICLR 2021.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[11] R. W. Picard, Affective Computing. MIT Press, 1997.</a:t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[12] P. Ekman and W. V. Friesen, Constants Across Cultures, J. Personality &amp; Social Psych., 1971.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Live System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964"/>
                </a:solidFill>
              </a:rPr>
              <a:t>GitHub Repository: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https://github.com/Max-i26/emotion_detection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51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964"/>
                </a:solidFill>
              </a:rPr>
              <a:t>To Run the Live Demo: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0040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Step 1:  Open Windows PowerShell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Step 2:  Type:   cd F:\emotion-detection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Step 3:  Type:   .\venv_win\Scripts\activate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Step 4:  Type:   python live_detect_pro.py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Step 5:  Press  Q  to quit the camera window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OR simply double-click:   run_webcam.bat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9A06"/>
                </a:solidFill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Live System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964"/>
                </a:solidFill>
              </a:rPr>
              <a:t>GitHub Repository: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https://github.com/Max-i26/emotion_detection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51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964"/>
                </a:solidFill>
              </a:rPr>
              <a:t>To Run the Live Demo: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0040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</a:rPr>
              <a:t>Step 1:  Open Windows PowerShell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Step 2:  Type:   cd F:\emotion-detection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Step 3:  Type:   .\venv_win\Scripts\activate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Step 4:  Type:   python live_detect_pro.py</a:t>
            </a:r>
          </a:p>
          <a:p>
            <a:pPr algn="l"/>
            <a:r>
              <a:rPr sz="1500">
                <a:solidFill>
                  <a:srgbClr val="000000"/>
                </a:solidFill>
              </a:rPr>
              <a:t>Step 5:  Press  Q  to quit the camera window</a:t>
            </a:r>
          </a:p>
          <a:p>
            <a:pPr algn="l"/>
            <a:r>
              <a:rPr>
                <a:solidFill>
                  <a:srgbClr val="000000"/>
                </a:solidFill>
              </a:rPr>
              <a:t/>
            </a:r>
          </a:p>
          <a:p>
            <a:pPr algn="l"/>
            <a:r>
              <a:rPr sz="1300">
                <a:solidFill>
                  <a:srgbClr val="000000"/>
                </a:solidFill>
              </a:rPr>
              <a:t>      OR simply double-click:   run_webcam.bat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03120"/>
            <a:ext cx="121889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</a:rP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889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C99A06"/>
                </a:solidFill>
              </a:rPr>
              <a:t>Questions &amp;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66344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Harol Maxilan  |  22CDS0439  |  Dept. of Data Science, SUSL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03120"/>
            <a:ext cx="121889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</a:rP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889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C99A06"/>
                </a:solidFill>
              </a:rPr>
              <a:t>Questions &amp;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66344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Harol Maxilan  |  22CDS0439  |  Dept. of Data Science, SUSL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*i*5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*i*6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*i*7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*i*8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1*i*9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1*i*10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1*i*11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2"/>
  <p:tag name="KSO_WM_UNIT_ID" val="_1*i*12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3"/>
  <p:tag name="KSO_WM_UNIT_ID" val="_1*i*13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4"/>
  <p:tag name="KSO_WM_UNIT_ID" val="_1*i*14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5"/>
  <p:tag name="KSO_WM_UNIT_ID" val="_1*i*15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6"/>
  <p:tag name="KSO_WM_UNIT_ID" val="_1*i*16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7"/>
  <p:tag name="KSO_WM_UNIT_ID" val="_1*i*17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8"/>
  <p:tag name="KSO_WM_UNIT_ID" val="_1*i*18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9"/>
  <p:tag name="KSO_WM_UNIT_ID" val="_1*i*19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0"/>
  <p:tag name="KSO_WM_UNIT_ID" val="_1*i*20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1"/>
  <p:tag name="KSO_WM_UNIT_ID" val="_1*i*21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2"/>
  <p:tag name="KSO_WM_UNIT_ID" val="_1*i*22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3"/>
  <p:tag name="KSO_WM_UNIT_ID" val="_1*i*23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4"/>
  <p:tag name="KSO_WM_UNIT_ID" val="_1*i*24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5"/>
  <p:tag name="KSO_WM_UNIT_ID" val="_1*i*25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6"/>
  <p:tag name="KSO_WM_UNIT_ID" val="_1*i*26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7"/>
  <p:tag name="KSO_WM_UNIT_ID" val="_1*i*27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8"/>
  <p:tag name="KSO_WM_UNIT_ID" val="_1*i*28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1*i*29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0"/>
  <p:tag name="KSO_WM_UNIT_ID" val="_1*i*30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1"/>
  <p:tag name="KSO_WM_UNIT_ID" val="_1*i*31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2"/>
  <p:tag name="KSO_WM_UNIT_ID" val="_1*i*32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3"/>
  <p:tag name="KSO_WM_UNIT_ID" val="_1*i*33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4"/>
  <p:tag name="KSO_WM_UNIT_ID" val="_1*i*34"/>
  <p:tag name="KSO_WM_UNIT_LAYERLEVEL" val="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5"/>
  <p:tag name="KSO_WM_UNIT_ID" val="_1*i*35"/>
  <p:tag name="KSO_WM_UNIT_LAYERLEVEL" val="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6"/>
  <p:tag name="KSO_WM_UNIT_ID" val="_1*i*36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7"/>
  <p:tag name="KSO_WM_UNIT_ID" val="_1*i*37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8"/>
  <p:tag name="KSO_WM_UNIT_ID" val="_1*i*38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9"/>
  <p:tag name="KSO_WM_UNIT_ID" val="_1*i*39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0"/>
  <p:tag name="KSO_WM_UNIT_ID" val="_1*i*40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1"/>
  <p:tag name="KSO_WM_UNIT_ID" val="_1*i*41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2"/>
  <p:tag name="KSO_WM_UNIT_ID" val="_1*i*42"/>
  <p:tag name="KSO_WM_UNIT_LAYERLEVEL" val="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3"/>
  <p:tag name="KSO_WM_UNIT_ID" val="_1*i*43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4"/>
  <p:tag name="KSO_WM_UNIT_ID" val="_1*i*44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5"/>
  <p:tag name="KSO_WM_UNIT_ID" val="_1*i*45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6"/>
  <p:tag name="KSO_WM_UNIT_ID" val="_1*i*46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7"/>
  <p:tag name="KSO_WM_UNIT_ID" val="_1*i*47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8"/>
  <p:tag name="KSO_WM_UNIT_ID" val="_1*i*48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9"/>
  <p:tag name="KSO_WM_UNIT_ID" val="_1*i*49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0"/>
  <p:tag name="KSO_WM_UNIT_ID" val="_1*i*50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1"/>
  <p:tag name="KSO_WM_UNIT_ID" val="_1*i*51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2"/>
  <p:tag name="KSO_WM_UNIT_ID" val="_1*i*52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4"/>
  <p:tag name="KSO_WM_UNIT_ID" val="_1*f*4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3*i*2"/>
  <p:tag name="KSO_WM_UNIT_LAYERLEVEL" val="1"/>
  <p:tag name="KSO_WM_TAG_VERSION" val="3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3*i*3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3*i*4"/>
  <p:tag name="KSO_WM_UNIT_LAYERLEVEL" val="1"/>
  <p:tag name="KSO_WM_TAG_VERSION" val="3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3*i*5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3*i*6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3*i*7"/>
  <p:tag name="KSO_WM_UNIT_LAYERLEVEL" val="1"/>
  <p:tag name="KSO_WM_TAG_VERSION" val="3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3*i*8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3*i*9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3*i*10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3*i*11"/>
  <p:tag name="KSO_WM_UNIT_LAYERLEVEL" val="1"/>
  <p:tag name="KSO_WM_TAG_VERSION" val="3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2"/>
  <p:tag name="KSO_WM_UNIT_ID" val="_3*i*12"/>
  <p:tag name="KSO_WM_UNIT_LAYERLEVEL" val="1"/>
  <p:tag name="KSO_WM_TAG_VERSION" val="3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3"/>
  <p:tag name="KSO_WM_UNIT_ID" val="_3*i*13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4"/>
  <p:tag name="KSO_WM_UNIT_ID" val="_3*i*14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5"/>
  <p:tag name="KSO_WM_UNIT_ID" val="_3*i*15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6"/>
  <p:tag name="KSO_WM_UNIT_ID" val="_3*i*16"/>
  <p:tag name="KSO_WM_UNIT_LAYERLEVEL" val="1"/>
  <p:tag name="KSO_WM_TAG_VERSION" val="3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7"/>
  <p:tag name="KSO_WM_UNIT_ID" val="_3*i*17"/>
  <p:tag name="KSO_WM_UNIT_LAYERLEVEL" val="1"/>
  <p:tag name="KSO_WM_TAG_VERSION" val="3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8"/>
  <p:tag name="KSO_WM_UNIT_ID" val="_3*i*18"/>
  <p:tag name="KSO_WM_UNIT_LAYERLEVEL" val="1"/>
  <p:tag name="KSO_WM_TAG_VERSION" val="3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9"/>
  <p:tag name="KSO_WM_UNIT_ID" val="_3*i*19"/>
  <p:tag name="KSO_WM_UNIT_LAYERLEVEL" val="1"/>
  <p:tag name="KSO_WM_TAG_VERSION" val="3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0"/>
  <p:tag name="KSO_WM_UNIT_ID" val="_3*i*20"/>
  <p:tag name="KSO_WM_UNIT_LAYERLEVEL" val="1"/>
  <p:tag name="KSO_WM_TAG_VERSION" val="3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1"/>
  <p:tag name="KSO_WM_UNIT_ID" val="_3*i*21"/>
  <p:tag name="KSO_WM_UNIT_LAYERLEVEL" val="1"/>
  <p:tag name="KSO_WM_TAG_VERSION" val="3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2"/>
  <p:tag name="KSO_WM_UNIT_ID" val="_3*i*22"/>
  <p:tag name="KSO_WM_UNIT_LAYERLEVEL" val="1"/>
  <p:tag name="KSO_WM_TAG_VERSION" val="3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3"/>
  <p:tag name="KSO_WM_UNIT_ID" val="_3*i*23"/>
  <p:tag name="KSO_WM_UNIT_LAYERLEVEL" val="1"/>
  <p:tag name="KSO_WM_TAG_VERSION" val="3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4"/>
  <p:tag name="KSO_WM_UNIT_ID" val="_3*i*24"/>
  <p:tag name="KSO_WM_UNIT_LAYERLEVEL" val="1"/>
  <p:tag name="KSO_WM_TAG_VERSION" val="3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5"/>
  <p:tag name="KSO_WM_UNIT_ID" val="_3*i*25"/>
  <p:tag name="KSO_WM_UNIT_LAYERLEVEL" val="1"/>
  <p:tag name="KSO_WM_TAG_VERSION" val="3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6"/>
  <p:tag name="KSO_WM_UNIT_ID" val="_3*i*26"/>
  <p:tag name="KSO_WM_UNIT_LAYERLEVEL" val="1"/>
  <p:tag name="KSO_WM_TAG_VERSION" val="3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7"/>
  <p:tag name="KSO_WM_UNIT_ID" val="_3*i*27"/>
  <p:tag name="KSO_WM_UNIT_LAYERLEVEL" val="1"/>
  <p:tag name="KSO_WM_TAG_VERSION" val="3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8"/>
  <p:tag name="KSO_WM_UNIT_ID" val="_3*i*28"/>
  <p:tag name="KSO_WM_UNIT_LAYERLEVEL" val="1"/>
  <p:tag name="KSO_WM_TAG_VERSION" val="3.0"/>
  <p:tag name="KSO_WM_BEAUTIFY_FLAG" val="#wm#"/>
</p:tagLst>
</file>

<file path=ppt/tags/tag93.xml><?xml version="1.0" encoding="utf-8"?>
<p:tagLst xmlns:p="http://schemas.openxmlformats.org/presentationml/2006/main"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4*i*4"/>
  <p:tag name="KSO_WM_UNIT_LAYERLEVEL" val="1"/>
  <p:tag name="KSO_WM_TAG_VERSION" val="3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4*i*5"/>
  <p:tag name="KSO_WM_UNIT_LAYERLEVEL" val="1"/>
  <p:tag name="KSO_WM_TAG_VERSION" val="3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4*i*7"/>
  <p:tag name="KSO_WM_UNIT_LAYERLEVEL" val="1"/>
  <p:tag name="KSO_WM_TAG_VERSION" val="3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4*i*8"/>
  <p:tag name="KSO_WM_UNIT_LAYERLEVEL" val="1"/>
  <p:tag name="KSO_WM_TAG_VERSION" val="3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4*i*9"/>
  <p:tag name="KSO_WM_UNIT_LAYERLEVEL" val="1"/>
  <p:tag name="KSO_WM_TAG_VERSION" val="3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4*i*10"/>
  <p:tag name="KSO_WM_UNIT_LAYERLEVEL" val="1"/>
  <p:tag name="KSO_WM_TAG_VERSION" val="3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4*i*11"/>
  <p:tag name="KSO_WM_UNIT_LAYERLEVEL" val="1"/>
  <p:tag name="KSO_WM_TAG_VERSION" val="3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2"/>
  <p:tag name="KSO_WM_UNIT_ID" val="_4*i*12"/>
  <p:tag name="KSO_WM_UNIT_LAYERLEVEL" val="1"/>
  <p:tag name="KSO_WM_TAG_VERSION" val="3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3"/>
  <p:tag name="KSO_WM_UNIT_ID" val="_4*i*13"/>
  <p:tag name="KSO_WM_UNIT_LAYERLEVEL" val="1"/>
  <p:tag name="KSO_WM_TAG_VERSION" val="3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4"/>
  <p:tag name="KSO_WM_UNIT_ID" val="_4*i*14"/>
  <p:tag name="KSO_WM_UNIT_LAYERLEVEL" val="1"/>
  <p:tag name="KSO_WM_TAG_VERSION" val="3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5"/>
  <p:tag name="KSO_WM_UNIT_ID" val="_4*i*15"/>
  <p:tag name="KSO_WM_UNIT_LAYERLEVEL" val="1"/>
  <p:tag name="KSO_WM_TAG_VERSION" val="3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6"/>
  <p:tag name="KSO_WM_UNIT_ID" val="_4*i*16"/>
  <p:tag name="KSO_WM_UNIT_LAYERLEVEL" val="1"/>
  <p:tag name="KSO_WM_TAG_VERSION" val="3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7"/>
  <p:tag name="KSO_WM_UNIT_ID" val="_4*i*17"/>
  <p:tag name="KSO_WM_UNIT_LAYERLEVEL" val="1"/>
  <p:tag name="KSO_WM_TAG_VERSION" val="3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8"/>
  <p:tag name="KSO_WM_UNIT_ID" val="_4*i*18"/>
  <p:tag name="KSO_WM_UNIT_LAYERLEVEL" val="1"/>
  <p:tag name="KSO_WM_TAG_VERSION" val="3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9"/>
  <p:tag name="KSO_WM_UNIT_ID" val="_4*i*19"/>
  <p:tag name="KSO_WM_UNIT_LAYERLEVEL" val="1"/>
  <p:tag name="KSO_WM_TAG_VERSION" val="3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0"/>
  <p:tag name="KSO_WM_UNIT_ID" val="_4*i*20"/>
  <p:tag name="KSO_WM_UNIT_LAYERLEVEL" val="1"/>
  <p:tag name="KSO_WM_TAG_VERSION" val="3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1"/>
  <p:tag name="KSO_WM_UNIT_ID" val="_4*i*21"/>
  <p:tag name="KSO_WM_UNIT_LAYERLEVEL" val="1"/>
  <p:tag name="KSO_WM_TAG_VERSION" val="3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2"/>
  <p:tag name="KSO_WM_UNIT_ID" val="_4*i*22"/>
  <p:tag name="KSO_WM_UNIT_LAYERLEVEL" val="1"/>
  <p:tag name="KSO_WM_TAG_VERSION" val="3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3"/>
  <p:tag name="KSO_WM_UNIT_ID" val="_4*i*23"/>
  <p:tag name="KSO_WM_UNIT_LAYERLEVEL" val="1"/>
  <p:tag name="KSO_WM_TAG_VERSION" val="3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4"/>
  <p:tag name="KSO_WM_UNIT_ID" val="_4*i*24"/>
  <p:tag name="KSO_WM_UNIT_LAYERLEVEL" val="1"/>
  <p:tag name="KSO_WM_TAG_VERSION" val="3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5"/>
  <p:tag name="KSO_WM_UNIT_ID" val="_4*i*25"/>
  <p:tag name="KSO_WM_UNIT_LAYERLEVEL" val="1"/>
  <p:tag name="KSO_WM_TAG_VERSION" val="3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6"/>
  <p:tag name="KSO_WM_UNIT_ID" val="_4*i*26"/>
  <p:tag name="KSO_WM_UNIT_LAYERLEVEL" val="1"/>
  <p:tag name="KSO_WM_TAG_VERSION" val="3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7"/>
  <p:tag name="KSO_WM_UNIT_ID" val="_4*i*27"/>
  <p:tag name="KSO_WM_UNIT_LAYERLEVEL" val="1"/>
  <p:tag name="KSO_WM_TAG_VERSION" val="3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8"/>
  <p:tag name="KSO_WM_UNIT_ID" val="_4*i*28"/>
  <p:tag name="KSO_WM_UNIT_LAYERLEVEL" val="1"/>
  <p:tag name="KSO_WM_TAG_VERSION" val="3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4*i*29"/>
  <p:tag name="KSO_WM_UNIT_LAYERLEVEL" val="1"/>
  <p:tag name="KSO_WM_TAG_VERSION" val="3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0"/>
  <p:tag name="KSO_WM_UNIT_ID" val="_4*i*30"/>
  <p:tag name="KSO_WM_UNIT_LAYERLEVEL" val="1"/>
  <p:tag name="KSO_WM_TAG_VERSION" val="3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1"/>
  <p:tag name="KSO_WM_UNIT_ID" val="_4*i*31"/>
  <p:tag name="KSO_WM_UNIT_LAYERLEVEL" val="1"/>
  <p:tag name="KSO_WM_TAG_VERSION" val="3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2"/>
  <p:tag name="KSO_WM_UNIT_ID" val="_4*i*32"/>
  <p:tag name="KSO_WM_UNIT_LAYERLEVEL" val="1"/>
  <p:tag name="KSO_WM_TAG_VERSION" val="3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3"/>
  <p:tag name="KSO_WM_UNIT_ID" val="_4*i*33"/>
  <p:tag name="KSO_WM_UNIT_LAYERLEVEL" val="1"/>
  <p:tag name="KSO_WM_TAG_VERSION" val="3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4"/>
  <p:tag name="KSO_WM_UNIT_ID" val="_4*i*34"/>
  <p:tag name="KSO_WM_UNIT_LAYERLEVEL" val="1"/>
  <p:tag name="KSO_WM_TAG_VERSION" val="3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5"/>
  <p:tag name="KSO_WM_UNIT_ID" val="_4*i*35"/>
  <p:tag name="KSO_WM_UNIT_LAYERLEVEL" val="1"/>
  <p:tag name="KSO_WM_TAG_VERSION" val="3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6"/>
  <p:tag name="KSO_WM_UNIT_ID" val="_4*i*36"/>
  <p:tag name="KSO_WM_UNIT_LAYERLEVEL" val="1"/>
  <p:tag name="KSO_WM_TAG_VERSION" val="3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7"/>
  <p:tag name="KSO_WM_UNIT_ID" val="_4*i*37"/>
  <p:tag name="KSO_WM_UNIT_LAYERLEVEL" val="1"/>
  <p:tag name="KSO_WM_TAG_VERSION" val="3.0"/>
  <p:tag name="KSO_WM_BEAUTIFY_FLAG" val="#wm#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8"/>
  <p:tag name="KSO_WM_UNIT_ID" val="_4*i*38"/>
  <p:tag name="KSO_WM_UNIT_LAYERLEVEL" val="1"/>
  <p:tag name="KSO_WM_TAG_VERSION" val="3.0"/>
  <p:tag name="KSO_WM_BEAUTIFY_FLAG" val="#wm#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9"/>
  <p:tag name="KSO_WM_UNIT_ID" val="_4*i*39"/>
  <p:tag name="KSO_WM_UNIT_LAYERLEVEL" val="1"/>
  <p:tag name="KSO_WM_TAG_VERSION" val="3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0"/>
  <p:tag name="KSO_WM_UNIT_ID" val="_4*i*40"/>
  <p:tag name="KSO_WM_UNIT_LAYERLEVEL" val="1"/>
  <p:tag name="KSO_WM_TAG_VERSION" val="3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1"/>
  <p:tag name="KSO_WM_UNIT_ID" val="_4*i*41"/>
  <p:tag name="KSO_WM_UNIT_LAYERLEVEL" val="1"/>
  <p:tag name="KSO_WM_TAG_VERSION" val="3.0"/>
  <p:tag name="KSO_WM_BEAUTIFY_FLAG" val="#wm#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2"/>
  <p:tag name="KSO_WM_UNIT_ID" val="_4*i*42"/>
  <p:tag name="KSO_WM_UNIT_LAYERLEVEL" val="1"/>
  <p:tag name="KSO_WM_TAG_VERSION" val="3.0"/>
  <p:tag name="KSO_WM_BEAUTIFY_FLAG" val="#wm#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3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4*i*2"/>
  <p:tag name="KSO_WM_UNIT_LAYERLEVEL" val="1"/>
  <p:tag name="KSO_WM_TAG_VERSION" val="3.0"/>
  <p:tag name="KSO_WM_BEAUTIFY_FLAG" val="#wm#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7"/>
  <p:tag name="KSO_WM_UNIT_ID" val="_4*i*27"/>
  <p:tag name="KSO_WM_UNIT_LAYERLEVEL" val="1"/>
  <p:tag name="KSO_WM_TAG_VERSION" val="3.0"/>
  <p:tag name="KSO_WM_BEAUTIFY_FLAG" val="#wm#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8"/>
  <p:tag name="KSO_WM_UNIT_ID" val="_4*i*28"/>
  <p:tag name="KSO_WM_UNIT_LAYERLEVEL" val="1"/>
  <p:tag name="KSO_WM_TAG_VERSION" val="3.0"/>
  <p:tag name="KSO_WM_BEAUTIFY_FLAG" val="#wm#"/>
</p:tagLst>
</file>

<file path=ppt/tags/tag1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4*i*3"/>
  <p:tag name="KSO_WM_UNIT_LAYERLEVEL" val="1"/>
  <p:tag name="KSO_WM_TAG_VERSION" val="3.0"/>
  <p:tag name="KSO_WM_BEAUTIFY_FLAG" val="#wm#"/>
</p:tagLst>
</file>

<file path=ppt/tags/tag140.xml><?xml version="1.0" encoding="utf-8"?>
<p:tagLst xmlns:p="http://schemas.openxmlformats.org/presentationml/2006/main">
  <p:tag name="KSO_WM_UNIT_PRESET_TEXT" val="节编号"/>
  <p:tag name="KSO_WM_UNIT_NOCLEAR" val="0"/>
  <p:tag name="KSO_WM_UNIT_VALUE" val="13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14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142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7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143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1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4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148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14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150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1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5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15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62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1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9*i*1"/>
  <p:tag name="KSO_WM_UNIT_LAYERLEVEL" val="1"/>
  <p:tag name="KSO_WM_TAG_VERSION" val="3.0"/>
  <p:tag name="KSO_WM_BEAUTIFY_FLAG" val="#wm#"/>
</p:tagLst>
</file>

<file path=ppt/tags/tag1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9*i*2"/>
  <p:tag name="KSO_WM_UNIT_LAYERLEVEL" val="1"/>
  <p:tag name="KSO_WM_TAG_VERSION" val="3.0"/>
  <p:tag name="KSO_WM_BEAUTIFY_FLAG" val="#wm#"/>
</p:tagLst>
</file>

<file path=ppt/tags/tag1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9*i*3"/>
  <p:tag name="KSO_WM_UNIT_LAYERLEVEL" val="1"/>
  <p:tag name="KSO_WM_TAG_VERSION" val="3.0"/>
  <p:tag name="KSO_WM_BEAUTIFY_FLAG" val="#wm#"/>
</p:tagLst>
</file>

<file path=ppt/tags/tag1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9*i*4"/>
  <p:tag name="KSO_WM_UNIT_LAYERLEVEL" val="1"/>
  <p:tag name="KSO_WM_TAG_VERSION" val="3.0"/>
  <p:tag name="KSO_WM_BEAUTIFY_FLAG" val="#wm#"/>
</p:tagLst>
</file>

<file path=ppt/tags/tag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9*i*5"/>
  <p:tag name="KSO_WM_UNIT_LAYERLEVEL" val="1"/>
  <p:tag name="KSO_WM_TAG_VERSION" val="3.0"/>
  <p:tag name="KSO_WM_BEAUTIFY_FLAG" val="#wm#"/>
</p:tagLst>
</file>

<file path=ppt/tags/tag1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9*i*6"/>
  <p:tag name="KSO_WM_UNIT_LAYERLEVEL" val="1"/>
  <p:tag name="KSO_WM_TAG_VERSION" val="3.0"/>
  <p:tag name="KSO_WM_BEAUTIFY_FLAG" val="#wm#"/>
</p:tagLst>
</file>

<file path=ppt/tags/tag1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9*i*7"/>
  <p:tag name="KSO_WM_UNIT_LAYERLEVEL" val="1"/>
  <p:tag name="KSO_WM_TAG_VERSION" val="3.0"/>
  <p:tag name="KSO_WM_BEAUTIFY_FLAG" val="#wm#"/>
</p:tagLst>
</file>

<file path=ppt/tags/tag1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9*i*8"/>
  <p:tag name="KSO_WM_UNIT_LAYERLEVEL" val="1"/>
  <p:tag name="KSO_WM_TAG_VERSION" val="3.0"/>
  <p:tag name="KSO_WM_BEAUTIFY_FLAG" val="#wm#"/>
</p:tagLst>
</file>

<file path=ppt/tags/tag1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9*i*9"/>
  <p:tag name="KSO_WM_UNIT_LAYERLEVEL" val="1"/>
  <p:tag name="KSO_WM_TAG_VERSION" val="3.0"/>
  <p:tag name="KSO_WM_BEAUTIFY_FLAG" val="#wm#"/>
</p:tagLst>
</file>

<file path=ppt/tags/tag1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9*i*10"/>
  <p:tag name="KSO_WM_UNIT_LAYERLEVEL" val="1"/>
  <p:tag name="KSO_WM_TAG_VERSION" val="3.0"/>
  <p:tag name="KSO_WM_BEAUTIFY_FLAG" val="#wm#"/>
</p:tagLst>
</file>

<file path=ppt/tags/tag17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17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1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1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1*i*2"/>
  <p:tag name="KSO_WM_UNIT_LAYERLEVEL" val="1"/>
  <p:tag name="KSO_WM_TAG_VERSION" val="3.0"/>
  <p:tag name="KSO_WM_BEAUTIFY_FLAG" val="#wm#"/>
</p:tagLst>
</file>

<file path=ppt/tags/tag1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1*i*4"/>
  <p:tag name="KSO_WM_UNIT_LAYERLEVEL" val="1"/>
  <p:tag name="KSO_WM_TAG_VERSION" val="3.0"/>
  <p:tag name="KSO_WM_BEAUTIFY_FLAG" val="#wm#"/>
</p:tagLst>
</file>

<file path=ppt/tags/tag1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1*i*5"/>
  <p:tag name="KSO_WM_UNIT_LAYERLEVEL" val="1"/>
  <p:tag name="KSO_WM_TAG_VERSION" val="3.0"/>
  <p:tag name="KSO_WM_BEAUTIFY_FLAG" val="#wm#"/>
</p:tagLst>
</file>

<file path=ppt/tags/tag1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1*i*6"/>
  <p:tag name="KSO_WM_UNIT_LAYERLEVEL" val="1"/>
  <p:tag name="KSO_WM_TAG_VERSION" val="3.0"/>
  <p:tag name="KSO_WM_BEAUTIFY_FLAG" val="#wm#"/>
</p:tagLst>
</file>

<file path=ppt/tags/tag1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1*i*7"/>
  <p:tag name="KSO_WM_UNIT_LAYERLEVEL" val="1"/>
  <p:tag name="KSO_WM_TAG_VERSION" val="3.0"/>
  <p:tag name="KSO_WM_BEAUTIFY_FLAG" val="#wm#"/>
</p:tagLst>
</file>

<file path=ppt/tags/tag1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1*i*8"/>
  <p:tag name="KSO_WM_UNIT_LAYERLEVEL" val="1"/>
  <p:tag name="KSO_WM_TAG_VERSION" val="3.0"/>
  <p:tag name="KSO_WM_BEAUTIFY_FLAG" val="#wm#"/>
</p:tagLst>
</file>

<file path=ppt/tags/tag1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11*i*9"/>
  <p:tag name="KSO_WM_UNIT_LAYERLEVEL" val="1"/>
  <p:tag name="KSO_WM_TAG_VERSION" val="3.0"/>
  <p:tag name="KSO_WM_BEAUTIFY_FLAG" val="#wm#"/>
</p:tagLst>
</file>

<file path=ppt/tags/tag1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11*i*10"/>
  <p:tag name="KSO_WM_UNIT_LAYERLEVEL" val="1"/>
  <p:tag name="KSO_WM_TAG_VERSION" val="3.0"/>
  <p:tag name="KSO_WM_BEAUTIFY_FLAG" val="#wm#"/>
</p:tagLst>
</file>

<file path=ppt/tags/tag1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11*i*11"/>
  <p:tag name="KSO_WM_UNIT_LAYERLEVEL" val="1"/>
  <p:tag name="KSO_WM_TAG_VERSION" val="3.0"/>
  <p:tag name="KSO_WM_BEAUTIFY_FLAG" val="#wm#"/>
</p:tagLst>
</file>

<file path=ppt/tags/tag1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2"/>
  <p:tag name="KSO_WM_UNIT_ID" val="_11*i*12"/>
  <p:tag name="KSO_WM_UNIT_LAYERLEVEL" val="1"/>
  <p:tag name="KSO_WM_TAG_VERSION" val="3.0"/>
  <p:tag name="KSO_WM_BEAUTIFY_FLAG" val="#wm#"/>
</p:tagLst>
</file>

<file path=ppt/tags/tag1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3"/>
  <p:tag name="KSO_WM_UNIT_ID" val="_11*i*13"/>
  <p:tag name="KSO_WM_UNIT_LAYERLEVEL" val="1"/>
  <p:tag name="KSO_WM_TAG_VERSION" val="3.0"/>
  <p:tag name="KSO_WM_BEAUTIFY_FLAG" val="#wm#"/>
</p:tagLst>
</file>

<file path=ppt/tags/tag1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4"/>
  <p:tag name="KSO_WM_UNIT_ID" val="_11*i*14"/>
  <p:tag name="KSO_WM_UNIT_LAYERLEVEL" val="1"/>
  <p:tag name="KSO_WM_TAG_VERSION" val="3.0"/>
  <p:tag name="KSO_WM_BEAUTIFY_FLAG" val="#wm#"/>
</p:tagLst>
</file>

<file path=ppt/tags/tag1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5"/>
  <p:tag name="KSO_WM_UNIT_ID" val="_11*i*15"/>
  <p:tag name="KSO_WM_UNIT_LAYERLEVEL" val="1"/>
  <p:tag name="KSO_WM_TAG_VERSION" val="3.0"/>
  <p:tag name="KSO_WM_BEAUTIFY_FLAG" val="#wm#"/>
</p:tagLst>
</file>

<file path=ppt/tags/tag1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6"/>
  <p:tag name="KSO_WM_UNIT_ID" val="_11*i*16"/>
  <p:tag name="KSO_WM_UNIT_LAYERLEVEL" val="1"/>
  <p:tag name="KSO_WM_TAG_VERSION" val="3.0"/>
  <p:tag name="KSO_WM_BEAUTIFY_FLAG" val="#wm#"/>
</p:tagLst>
</file>

<file path=ppt/tags/tag1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7"/>
  <p:tag name="KSO_WM_UNIT_ID" val="_11*i*17"/>
  <p:tag name="KSO_WM_UNIT_LAYERLEVEL" val="1"/>
  <p:tag name="KSO_WM_TAG_VERSION" val="3.0"/>
  <p:tag name="KSO_WM_BEAUTIFY_FLAG" val="#wm#"/>
</p:tagLst>
</file>

<file path=ppt/tags/tag1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8"/>
  <p:tag name="KSO_WM_UNIT_ID" val="_11*i*18"/>
  <p:tag name="KSO_WM_UNIT_LAYERLEVEL" val="1"/>
  <p:tag name="KSO_WM_TAG_VERSION" val="3.0"/>
  <p:tag name="KSO_WM_BEAUTIFY_FLAG" val="#wm#"/>
</p:tagLst>
</file>

<file path=ppt/tags/tag1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9"/>
  <p:tag name="KSO_WM_UNIT_ID" val="_11*i*19"/>
  <p:tag name="KSO_WM_UNIT_LAYERLEVEL" val="1"/>
  <p:tag name="KSO_WM_TAG_VERSION" val="3.0"/>
  <p:tag name="KSO_WM_BEAUTIFY_FLAG" val="#wm#"/>
</p:tagLst>
</file>

<file path=ppt/tags/tag1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0"/>
  <p:tag name="KSO_WM_UNIT_ID" val="_11*i*20"/>
  <p:tag name="KSO_WM_UNIT_LAYERLEVEL" val="1"/>
  <p:tag name="KSO_WM_TAG_VERSION" val="3.0"/>
  <p:tag name="KSO_WM_BEAUTIFY_FLAG" val="#wm#"/>
</p:tagLst>
</file>

<file path=ppt/tags/tag2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1"/>
  <p:tag name="KSO_WM_UNIT_ID" val="_11*i*21"/>
  <p:tag name="KSO_WM_UNIT_LAYERLEVEL" val="1"/>
  <p:tag name="KSO_WM_TAG_VERSION" val="3.0"/>
  <p:tag name="KSO_WM_BEAUTIFY_FLAG" val="#wm#"/>
</p:tagLst>
</file>

<file path=ppt/tags/tag2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2"/>
  <p:tag name="KSO_WM_UNIT_ID" val="_11*i*22"/>
  <p:tag name="KSO_WM_UNIT_LAYERLEVEL" val="1"/>
  <p:tag name="KSO_WM_TAG_VERSION" val="3.0"/>
  <p:tag name="KSO_WM_BEAUTIFY_FLAG" val="#wm#"/>
</p:tagLst>
</file>

<file path=ppt/tags/tag2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3"/>
  <p:tag name="KSO_WM_UNIT_ID" val="_11*i*23"/>
  <p:tag name="KSO_WM_UNIT_LAYERLEVEL" val="1"/>
  <p:tag name="KSO_WM_TAG_VERSION" val="3.0"/>
  <p:tag name="KSO_WM_BEAUTIFY_FLAG" val="#wm#"/>
</p:tagLst>
</file>

<file path=ppt/tags/tag2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4"/>
  <p:tag name="KSO_WM_UNIT_ID" val="_11*i*24"/>
  <p:tag name="KSO_WM_UNIT_LAYERLEVEL" val="1"/>
  <p:tag name="KSO_WM_TAG_VERSION" val="3.0"/>
  <p:tag name="KSO_WM_BEAUTIFY_FLAG" val="#wm#"/>
</p:tagLst>
</file>

<file path=ppt/tags/tag2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5"/>
  <p:tag name="KSO_WM_UNIT_ID" val="_11*i*25"/>
  <p:tag name="KSO_WM_UNIT_LAYERLEVEL" val="1"/>
  <p:tag name="KSO_WM_TAG_VERSION" val="3.0"/>
  <p:tag name="KSO_WM_BEAUTIFY_FLAG" val="#wm#"/>
</p:tagLst>
</file>

<file path=ppt/tags/tag2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6"/>
  <p:tag name="KSO_WM_UNIT_ID" val="_11*i*26"/>
  <p:tag name="KSO_WM_UNIT_LAYERLEVEL" val="1"/>
  <p:tag name="KSO_WM_TAG_VERSION" val="3.0"/>
  <p:tag name="KSO_WM_BEAUTIFY_FLAG" val="#wm#"/>
</p:tagLst>
</file>

<file path=ppt/tags/tag2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7"/>
  <p:tag name="KSO_WM_UNIT_ID" val="_11*i*27"/>
  <p:tag name="KSO_WM_UNIT_LAYERLEVEL" val="1"/>
  <p:tag name="KSO_WM_TAG_VERSION" val="3.0"/>
  <p:tag name="KSO_WM_BEAUTIFY_FLAG" val="#wm#"/>
</p:tagLst>
</file>

<file path=ppt/tags/tag2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8"/>
  <p:tag name="KSO_WM_UNIT_ID" val="_11*i*28"/>
  <p:tag name="KSO_WM_UNIT_LAYERLEVEL" val="1"/>
  <p:tag name="KSO_WM_TAG_VERSION" val="3.0"/>
  <p:tag name="KSO_WM_BEAUTIFY_FLAG" val="#wm#"/>
</p:tagLst>
</file>

<file path=ppt/tags/tag2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11*i*29"/>
  <p:tag name="KSO_WM_UNIT_LAYERLEVEL" val="1"/>
  <p:tag name="KSO_WM_TAG_VERSION" val="3.0"/>
  <p:tag name="KSO_WM_BEAUTIFY_FLAG" val="#wm#"/>
</p:tagLst>
</file>

<file path=ppt/tags/tag2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0"/>
  <p:tag name="KSO_WM_UNIT_ID" val="_11*i*30"/>
  <p:tag name="KSO_WM_UNIT_LAYERLEVEL" val="1"/>
  <p:tag name="KSO_WM_TAG_VERSION" val="3.0"/>
  <p:tag name="KSO_WM_BEAUTIFY_FLAG" val="#wm#"/>
</p:tagLst>
</file>

<file path=ppt/tags/tag2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1"/>
  <p:tag name="KSO_WM_UNIT_ID" val="_11*i*31"/>
  <p:tag name="KSO_WM_UNIT_LAYERLEVEL" val="1"/>
  <p:tag name="KSO_WM_TAG_VERSION" val="3.0"/>
  <p:tag name="KSO_WM_BEAUTIFY_FLAG" val="#wm#"/>
</p:tagLst>
</file>

<file path=ppt/tags/tag2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2"/>
  <p:tag name="KSO_WM_UNIT_ID" val="_11*i*32"/>
  <p:tag name="KSO_WM_UNIT_LAYERLEVEL" val="1"/>
  <p:tag name="KSO_WM_TAG_VERSION" val="3.0"/>
  <p:tag name="KSO_WM_BEAUTIFY_FLAG" val="#wm#"/>
</p:tagLst>
</file>

<file path=ppt/tags/tag2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3"/>
  <p:tag name="KSO_WM_UNIT_ID" val="_11*i*33"/>
  <p:tag name="KSO_WM_UNIT_LAYERLEVEL" val="1"/>
  <p:tag name="KSO_WM_TAG_VERSION" val="3.0"/>
  <p:tag name="KSO_WM_BEAUTIFY_FLAG" val="#wm#"/>
</p:tagLst>
</file>

<file path=ppt/tags/tag2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4"/>
  <p:tag name="KSO_WM_UNIT_ID" val="_11*i*34"/>
  <p:tag name="KSO_WM_UNIT_LAYERLEVEL" val="1"/>
  <p:tag name="KSO_WM_TAG_VERSION" val="3.0"/>
  <p:tag name="KSO_WM_BEAUTIFY_FLAG" val="#wm#"/>
</p:tagLst>
</file>

<file path=ppt/tags/tag2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5"/>
  <p:tag name="KSO_WM_UNIT_ID" val="_11*i*35"/>
  <p:tag name="KSO_WM_UNIT_LAYERLEVEL" val="1"/>
  <p:tag name="KSO_WM_TAG_VERSION" val="3.0"/>
  <p:tag name="KSO_WM_BEAUTIFY_FLAG" val="#wm#"/>
</p:tagLst>
</file>

<file path=ppt/tags/tag2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6"/>
  <p:tag name="KSO_WM_UNIT_ID" val="_11*i*36"/>
  <p:tag name="KSO_WM_UNIT_LAYERLEVEL" val="1"/>
  <p:tag name="KSO_WM_TAG_VERSION" val="3.0"/>
  <p:tag name="KSO_WM_BEAUTIFY_FLAG" val="#wm#"/>
</p:tagLst>
</file>

<file path=ppt/tags/tag2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7"/>
  <p:tag name="KSO_WM_UNIT_ID" val="_11*i*37"/>
  <p:tag name="KSO_WM_UNIT_LAYERLEVEL" val="1"/>
  <p:tag name="KSO_WM_TAG_VERSION" val="3.0"/>
  <p:tag name="KSO_WM_BEAUTIFY_FLAG" val="#wm#"/>
</p:tagLst>
</file>

<file path=ppt/tags/tag2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8"/>
  <p:tag name="KSO_WM_UNIT_ID" val="_11*i*38"/>
  <p:tag name="KSO_WM_UNIT_LAYERLEVEL" val="1"/>
  <p:tag name="KSO_WM_TAG_VERSION" val="3.0"/>
  <p:tag name="KSO_WM_BEAUTIFY_FLAG" val="#wm#"/>
</p:tagLst>
</file>

<file path=ppt/tags/tag2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9"/>
  <p:tag name="KSO_WM_UNIT_ID" val="_11*i*39"/>
  <p:tag name="KSO_WM_UNIT_LAYERLEVEL" val="1"/>
  <p:tag name="KSO_WM_TAG_VERSION" val="3.0"/>
  <p:tag name="KSO_WM_BEAUTIFY_FLAG" val="#wm#"/>
</p:tagLst>
</file>

<file path=ppt/tags/tag2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0"/>
  <p:tag name="KSO_WM_UNIT_ID" val="_11*i*40"/>
  <p:tag name="KSO_WM_UNIT_LAYERLEVEL" val="1"/>
  <p:tag name="KSO_WM_TAG_VERSION" val="3.0"/>
  <p:tag name="KSO_WM_BEAUTIFY_FLAG" val="#wm#"/>
</p:tagLst>
</file>

<file path=ppt/tags/tag2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1"/>
  <p:tag name="KSO_WM_UNIT_ID" val="_11*i*41"/>
  <p:tag name="KSO_WM_UNIT_LAYERLEVEL" val="1"/>
  <p:tag name="KSO_WM_TAG_VERSION" val="3.0"/>
  <p:tag name="KSO_WM_BEAUTIFY_FLAG" val="#wm#"/>
</p:tagLst>
</file>

<file path=ppt/tags/tag2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2"/>
  <p:tag name="KSO_WM_UNIT_ID" val="_11*i*42"/>
  <p:tag name="KSO_WM_UNIT_LAYERLEVEL" val="1"/>
  <p:tag name="KSO_WM_TAG_VERSION" val="3.0"/>
  <p:tag name="KSO_WM_BEAUTIFY_FLAG" val="#wm#"/>
</p:tagLst>
</file>

<file path=ppt/tags/tag2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3"/>
  <p:tag name="KSO_WM_UNIT_ID" val="_11*i*43"/>
  <p:tag name="KSO_WM_UNIT_LAYERLEVEL" val="1"/>
  <p:tag name="KSO_WM_TAG_VERSION" val="3.0"/>
  <p:tag name="KSO_WM_BEAUTIFY_FLAG" val="#wm#"/>
</p:tagLst>
</file>

<file path=ppt/tags/tag2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4"/>
  <p:tag name="KSO_WM_UNIT_ID" val="_11*i*44"/>
  <p:tag name="KSO_WM_UNIT_LAYERLEVEL" val="1"/>
  <p:tag name="KSO_WM_TAG_VERSION" val="3.0"/>
  <p:tag name="KSO_WM_BEAUTIFY_FLAG" val="#wm#"/>
</p:tagLst>
</file>

<file path=ppt/tags/tag2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5"/>
  <p:tag name="KSO_WM_UNIT_ID" val="_11*i*45"/>
  <p:tag name="KSO_WM_UNIT_LAYERLEVEL" val="1"/>
  <p:tag name="KSO_WM_TAG_VERSION" val="3.0"/>
  <p:tag name="KSO_WM_BEAUTIFY_FLAG" val="#wm#"/>
</p:tagLst>
</file>

<file path=ppt/tags/tag2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6"/>
  <p:tag name="KSO_WM_UNIT_ID" val="_11*i*46"/>
  <p:tag name="KSO_WM_UNIT_LAYERLEVEL" val="1"/>
  <p:tag name="KSO_WM_TAG_VERSION" val="3.0"/>
  <p:tag name="KSO_WM_BEAUTIFY_FLAG" val="#wm#"/>
</p:tagLst>
</file>

<file path=ppt/tags/tag2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7"/>
  <p:tag name="KSO_WM_UNIT_ID" val="_11*i*47"/>
  <p:tag name="KSO_WM_UNIT_LAYERLEVEL" val="1"/>
  <p:tag name="KSO_WM_TAG_VERSION" val="3.0"/>
  <p:tag name="KSO_WM_BEAUTIFY_FLAG" val="#wm#"/>
</p:tagLst>
</file>

<file path=ppt/tags/tag2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8"/>
  <p:tag name="KSO_WM_UNIT_ID" val="_11*i*48"/>
  <p:tag name="KSO_WM_UNIT_LAYERLEVEL" val="1"/>
  <p:tag name="KSO_WM_TAG_VERSION" val="3.0"/>
  <p:tag name="KSO_WM_BEAUTIFY_FLAG" val="#wm#"/>
</p:tagLst>
</file>

<file path=ppt/tags/tag2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9"/>
  <p:tag name="KSO_WM_UNIT_ID" val="_11*i*49"/>
  <p:tag name="KSO_WM_UNIT_LAYERLEVEL" val="1"/>
  <p:tag name="KSO_WM_TAG_VERSION" val="3.0"/>
  <p:tag name="KSO_WM_BEAUTIFY_FLAG" val="#wm#"/>
</p:tagLst>
</file>

<file path=ppt/tags/tag2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0"/>
  <p:tag name="KSO_WM_UNIT_ID" val="_11*i*50"/>
  <p:tag name="KSO_WM_UNIT_LAYERLEVEL" val="1"/>
  <p:tag name="KSO_WM_TAG_VERSION" val="3.0"/>
  <p:tag name="KSO_WM_BEAUTIFY_FLAG" val="#wm#"/>
</p:tagLst>
</file>

<file path=ppt/tags/tag2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1"/>
  <p:tag name="KSO_WM_UNIT_ID" val="_11*i*51"/>
  <p:tag name="KSO_WM_UNIT_LAYERLEVEL" val="1"/>
  <p:tag name="KSO_WM_TAG_VERSION" val="3.0"/>
  <p:tag name="KSO_WM_BEAUTIFY_FLAG" val="#wm#"/>
</p:tagLst>
</file>

<file path=ppt/tags/tag23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232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35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5"/>
  <p:tag name="KSO_WM_UNIT_ID" val="_11*f*5"/>
  <p:tag name="KSO_WM_UNIT_LAYERLEVEL" val="1"/>
  <p:tag name="KSO_WM_TAG_VERSION" val="3.0"/>
  <p:tag name="KSO_WM_BEAUTIFY_FLAG" val="#wm#"/>
</p:tagLst>
</file>

<file path=ppt/tags/tag2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2"/>
  <p:tag name="KSO_WM_UNIT_ID" val="_11*i*52"/>
  <p:tag name="KSO_WM_UNIT_LAYERLEVEL" val="1"/>
  <p:tag name="KSO_WM_TAG_VERSION" val="3.0"/>
  <p:tag name="KSO_WM_BEAUTIFY_FLAG" val="#wm#"/>
</p:tagLst>
</file>

<file path=ppt/tags/tag23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6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3471"/>
</p:tagLst>
</file>

<file path=ppt/tags/tag238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VALUE" val="35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1.0"/>
  <p:tag name="KSO_WM_BEAUTIFY_FLAG" val="#wm#"/>
  <p:tag name="KSO_WM_TEMPLATE_CATEGORY" val="custom"/>
  <p:tag name="KSO_WM_TEMPLATE_INDEX" val="20233471"/>
</p:tagLst>
</file>

<file path=ppt/tags/tag2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2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0*i*2"/>
  <p:tag name="KSO_WM_UNIT_LAYERLEVEL" val="1"/>
  <p:tag name="KSO_WM_TAG_VERSION" val="3.0"/>
  <p:tag name="KSO_WM_BEAUTIFY_FLAG" val="#wm#"/>
</p:tagLst>
</file>

<file path=ppt/tags/tag2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0*i*3"/>
  <p:tag name="KSO_WM_UNIT_LAYERLEVEL" val="1"/>
  <p:tag name="KSO_WM_TAG_VERSION" val="3.0"/>
  <p:tag name="KSO_WM_BEAUTIFY_FLAG" val="#wm#"/>
</p:tagLst>
</file>

<file path=ppt/tags/tag2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0*i*4"/>
  <p:tag name="KSO_WM_UNIT_LAYERLEVEL" val="1"/>
  <p:tag name="KSO_WM_TAG_VERSION" val="3.0"/>
  <p:tag name="KSO_WM_BEAUTIFY_FLAG" val="#wm#"/>
</p:tagLst>
</file>

<file path=ppt/tags/tag2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0*i*5"/>
  <p:tag name="KSO_WM_UNIT_LAYERLEVEL" val="1"/>
  <p:tag name="KSO_WM_TAG_VERSION" val="3.0"/>
  <p:tag name="KSO_WM_BEAUTIFY_FLAG" val="#wm#"/>
</p:tagLst>
</file>

<file path=ppt/tags/tag2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0*i*6"/>
  <p:tag name="KSO_WM_UNIT_LAYERLEVEL" val="1"/>
  <p:tag name="KSO_WM_TAG_VERSION" val="3.0"/>
  <p:tag name="KSO_WM_BEAUTIFY_FLAG" val="#wm#"/>
</p:tagLst>
</file>

<file path=ppt/tags/tag2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0*i*7"/>
  <p:tag name="KSO_WM_UNIT_LAYERLEVEL" val="1"/>
  <p:tag name="KSO_WM_TAG_VERSION" val="3.0"/>
  <p:tag name="KSO_WM_BEAUTIFY_FLAG" val="#wm#"/>
</p:tagLst>
</file>

<file path=ppt/tags/tag2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0*i*8"/>
  <p:tag name="KSO_WM_UNIT_LAYERLEVEL" val="1"/>
  <p:tag name="KSO_WM_TAG_VERSION" val="3.0"/>
  <p:tag name="KSO_WM_BEAUTIFY_FLAG" val="#wm#"/>
</p:tagLst>
</file>

<file path=ppt/tags/tag2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0*i*9"/>
  <p:tag name="KSO_WM_UNIT_LAYERLEVEL" val="1"/>
  <p:tag name="KSO_WM_TAG_VERSION" val="3.0"/>
  <p:tag name="KSO_WM_BEAUTIFY_FLAG" val="#wm#"/>
</p:tagLst>
</file>

<file path=ppt/tags/tag2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0*i*10"/>
  <p:tag name="KSO_WM_UNIT_LAYERLEVEL" val="1"/>
  <p:tag name="KSO_WM_TAG_VERSION" val="3.0"/>
  <p:tag name="KSO_WM_BEAUTIFY_FLAG" val="#wm#"/>
</p:tagLst>
</file>

<file path=ppt/tags/tag252.xml><?xml version="1.0" encoding="utf-8"?>
<p:tagLst xmlns:p="http://schemas.openxmlformats.org/presentationml/2006/main">
  <p:tag name="KSO_WM_SPECIAL_SOURCE" val="bdnull"/>
  <p:tag name="KSO_WM_TEMPLATE_THUMBS_INDEX" val="1、9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471"/>
</p:tagLst>
</file>

<file path=ppt/tags/tag253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4"/>
  <p:tag name="KSO_WM_UNIT_ID" val="_1*f*4"/>
  <p:tag name="KSO_WM_UNIT_LAYERLEVEL" val="1"/>
  <p:tag name="KSO_WM_TAG_VERSION" val="3.0"/>
  <p:tag name="KSO_WM_BEAUTIFY_FLAG" val="#wm#"/>
</p:tagLst>
</file>

<file path=ppt/tags/tag254.xml><?xml version="1.0" encoding="utf-8"?>
<p:tagLst xmlns:p="http://schemas.openxmlformats.org/presentationml/2006/main">
  <p:tag name="KSO_WM_UNIT_INDEX" val="3"/>
  <p:tag name="KSO_WM_UNIT_TYPE" val="i"/>
  <p:tag name="KSO_WM_BEAUTIFY_FLAG" val="#wm#"/>
</p:tagLst>
</file>

<file path=ppt/tags/tag255.xml><?xml version="1.0" encoding="utf-8"?>
<p:tagLst xmlns:p="http://schemas.openxmlformats.org/presentationml/2006/main">
  <p:tag name="KSO_WM_UNIT_INDEX" val="4"/>
  <p:tag name="KSO_WM_UNIT_TYPE" val="f"/>
  <p:tag name="KSO_WM_UNIT_SUBTYPE" val="a"/>
  <p:tag name="KSO_WM_BEAUTIFY_FLAG" val="#wm#"/>
</p:tagLst>
</file>

<file path=ppt/tags/tag256.xml><?xml version="1.0" encoding="utf-8"?>
<p:tagLst xmlns:p="http://schemas.openxmlformats.org/presentationml/2006/main">
  <p:tag name="KSO_WM_UNIT_INDEX" val="5"/>
  <p:tag name="KSO_WM_UNIT_TYPE" val="f"/>
  <p:tag name="KSO_WM_UNIT_SUBTYPE" val="a"/>
  <p:tag name="KSO_WM_BEAUTIFY_FLAG" val="#wm#"/>
</p:tagLst>
</file>

<file path=ppt/tags/tag257.xml><?xml version="1.0" encoding="utf-8"?>
<p:tagLst xmlns:p="http://schemas.openxmlformats.org/presentationml/2006/main">
  <p:tag name="KSO_WM_UNIT_INDEX" val="8"/>
  <p:tag name="KSO_WM_UNIT_TYPE" val="f"/>
  <p:tag name="KSO_WM_UNIT_SUBTYPE" val="a"/>
  <p:tag name="KSO_WM_BEAUTIFY_FLAG" val="#wm#"/>
</p:tagLst>
</file>

<file path=ppt/tags/tag258.xml><?xml version="1.0" encoding="utf-8"?>
<p:tagLst xmlns:p="http://schemas.openxmlformats.org/presentationml/2006/main">
  <p:tag name="KSO_WM_UNIT_INDEX" val="1"/>
  <p:tag name="KSO_WM_UNIT_TYPE" val="j"/>
  <p:tag name="KSO_WM_BEAUTIFY_FLAG" val="#wm#"/>
</p:tagLst>
</file>

<file path=ppt/tags/tag259.xml><?xml version="1.0" encoding="utf-8"?>
<p:tagLst xmlns:p="http://schemas.openxmlformats.org/presentationml/2006/main">
  <p:tag name="KSO_WM_SLIDE_TYPE" val="text"/>
  <p:tag name="KSO_WM_BEAUTIFY_FLAG" val="#wm#"/>
  <p:tag name="KSO_WM_SLIDE_THEME_ID" val="3323123"/>
  <p:tag name="KSO_WM_SLIDE_THEME_NAME" val="Green Minimalist"/>
  <p:tag name="KSO_WM_AICARD_INVALID" val="Invalid"/>
</p:tagLst>
</file>

<file path=ppt/tags/tag260.xml><?xml version="1.0" encoding="utf-8"?>
<p:tagLst xmlns:p="http://schemas.openxmlformats.org/presentationml/2006/main">
  <p:tag name="KSO_WM_UNIT_TEXT" val="CONTENT"/>
</p:tagLst>
</file>

<file path=ppt/tags/tag261.xml><?xml version="1.0" encoding="utf-8"?>
<p:tagLst xmlns:p="http://schemas.openxmlformats.org/presentationml/2006/main">
  <p:tag name="KSO_WM_UNIT_INDEX" val="2"/>
  <p:tag name="KSO_WM_UNIT_TYPE" val="f"/>
  <p:tag name="KSO_WM_UNIT_SUBTYPE" val="a"/>
  <p:tag name="KSO_WM_BEAUTIFY_FLAG" val="#wm#"/>
</p:tagLst>
</file>

<file path=ppt/tags/tag262.xml><?xml version="1.0" encoding="utf-8"?>
<p:tagLst xmlns:p="http://schemas.openxmlformats.org/presentationml/2006/main">
  <p:tag name="KSO_WM_UNIT_INDEX" val="1_8_1"/>
  <p:tag name="KSO_WM_UNIT_TYPE" val="l_h_f"/>
  <p:tag name="KSO_WM_UNIT_SUBTYPE" val="a"/>
  <p:tag name="KSO_WM_TEMPLATE_CATEGORY" val="diagram"/>
  <p:tag name="KSO_WM_TEMPLATE_INDEX" val="19882029"/>
  <p:tag name="KSO_WM_UNIT_ID" val="diagram19882029*l_h_f*1_8_1"/>
  <p:tag name="KSO_WM_DIAGRAM_GROUP_CODE" val="l1-1"/>
  <p:tag name="KSO_WM_TAG_VERSION" val="2.0"/>
  <p:tag name="KSO_WM_BEAUTIFY_FLAG" val="#wm#"/>
  <p:tag name="KSO_WM_DIAGRAM_VIRTUALLY_FRAME" val="{&quot;height&quot;:459.557874015748,&quot;left&quot;:64.89535433070867,&quot;top&quot;:80.44212598425197,&quot;width&quot;:789.8546456692914}"/>
</p:tagLst>
</file>

<file path=ppt/tags/tag263.xml><?xml version="1.0" encoding="utf-8"?>
<p:tagLst xmlns:p="http://schemas.openxmlformats.org/presentationml/2006/main">
  <p:tag name="KSO_WM_SLIDE_TYPE" val="contents"/>
  <p:tag name="KSO_WM_BEAUTIFY_FLAG" val="#wm#"/>
</p:tagLst>
</file>

<file path=ppt/tags/tag264.xml><?xml version="1.0" encoding="utf-8"?>
<p:tagLst xmlns:p="http://schemas.openxmlformats.org/presentationml/2006/main">
  <p:tag name="KSO_WM_UNIT_INDEX" val="5"/>
  <p:tag name="KSO_WM_UNIT_TYPE" val="f"/>
  <p:tag name="KSO_WM_UNIT_SUBTYPE" val="a"/>
  <p:tag name="KSO_WM_BEAUTIFY_FLAG" val="#wm#"/>
</p:tagLst>
</file>

<file path=ppt/tags/tag265.xml><?xml version="1.0" encoding="utf-8"?>
<p:tagLst xmlns:p="http://schemas.openxmlformats.org/presentationml/2006/main">
  <p:tag name="KSO_WM_UNIT_TEXT" val="SLIDE TOPIC    &lt;FONT SIZE 36&gt;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66.xml><?xml version="1.0" encoding="utf-8"?>
<p:tagLst xmlns:p="http://schemas.openxmlformats.org/presentationml/2006/main">
  <p:tag name="KSO_WM_SLIDE_TYPE" val="text"/>
  <p:tag name="KSO_WM_BEAUTIFY_FLAG" val="#wm#"/>
</p:tagLst>
</file>

<file path=ppt/tags/tag267.xml><?xml version="1.0" encoding="utf-8"?>
<p:tagLst xmlns:p="http://schemas.openxmlformats.org/presentationml/2006/main">
  <p:tag name="KSO_WM_UNIT_INDEX" val="2"/>
  <p:tag name="KSO_WM_UNIT_TYPE" val="f"/>
  <p:tag name="KSO_WM_UNIT_SUBTYPE" val="a"/>
  <p:tag name="KSO_WM_BEAUTIFY_FLAG" val="#wm#"/>
</p:tagLst>
</file>

<file path=ppt/tags/tag268.xml><?xml version="1.0" encoding="utf-8"?>
<p:tagLst xmlns:p="http://schemas.openxmlformats.org/presentationml/2006/main">
  <p:tag name="KSO_WM_UNIT_TEXT" val="INTRODUCTION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69.xml><?xml version="1.0" encoding="utf-8"?>
<p:tagLst xmlns:p="http://schemas.openxmlformats.org/presentationml/2006/main">
  <p:tag name="KSO_WM_SLIDE_TYPE" val="text"/>
  <p:tag name="KSO_WM_BEAUTIFY_FLAG" val="#wm#"/>
</p:tagLst>
</file>

<file path=ppt/tags/tag270.xml><?xml version="1.0" encoding="utf-8"?>
<p:tagLst xmlns:p="http://schemas.openxmlformats.org/presentationml/2006/main">
  <p:tag name="KSO_WM_UNIT_INDEX" val="4"/>
  <p:tag name="KSO_WM_UNIT_TYPE" val="f"/>
  <p:tag name="KSO_WM_UNIT_SUBTYPE" val="a"/>
  <p:tag name="KSO_WM_BEAUTIFY_FLAG" val="#wm#"/>
</p:tagLst>
</file>

<file path=ppt/tags/tag271.xml><?xml version="1.0" encoding="utf-8"?>
<p:tagLst xmlns:p="http://schemas.openxmlformats.org/presentationml/2006/main">
  <p:tag name="KSO_WM_UNIT_TEXT" val="BACKGROUND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72.xml><?xml version="1.0" encoding="utf-8"?>
<p:tagLst xmlns:p="http://schemas.openxmlformats.org/presentationml/2006/main">
  <p:tag name="KSO_WM_SLIDE_TYPE" val="text"/>
  <p:tag name="KSO_WM_BEAUTIFY_FLAG" val="#wm#"/>
</p:tagLst>
</file>

<file path=ppt/tags/tag273.xml><?xml version="1.0" encoding="utf-8"?>
<p:tagLst xmlns:p="http://schemas.openxmlformats.org/presentationml/2006/main">
  <p:tag name="KSO_WM_UNIT_INDEX" val="4"/>
  <p:tag name="KSO_WM_UNIT_TYPE" val="f"/>
  <p:tag name="KSO_WM_UNIT_SUBTYPE" val="a"/>
  <p:tag name="KSO_WM_BEAUTIFY_FLAG" val="#wm#"/>
</p:tagLst>
</file>

<file path=ppt/tags/tag274.xml><?xml version="1.0" encoding="utf-8"?>
<p:tagLst xmlns:p="http://schemas.openxmlformats.org/presentationml/2006/main">
  <p:tag name="KSO_WM_UNIT_TEXT" val="BACKGROUND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75.xml><?xml version="1.0" encoding="utf-8"?>
<p:tagLst xmlns:p="http://schemas.openxmlformats.org/presentationml/2006/main">
  <p:tag name="KSO_WM_SLIDE_TYPE" val="text"/>
  <p:tag name="KSO_WM_BEAUTIFY_FLAG" val="#wm#"/>
</p:tagLst>
</file>

<file path=ppt/tags/tag276.xml><?xml version="1.0" encoding="utf-8"?>
<p:tagLst xmlns:p="http://schemas.openxmlformats.org/presentationml/2006/main">
  <p:tag name="KSO_WM_UNIT_INDEX" val="4"/>
  <p:tag name="KSO_WM_UNIT_TYPE" val="f"/>
  <p:tag name="KSO_WM_UNIT_SUBTYPE" val="a"/>
  <p:tag name="KSO_WM_BEAUTIFY_FLAG" val="#wm#"/>
</p:tagLst>
</file>

<file path=ppt/tags/tag277.xml><?xml version="1.0" encoding="utf-8"?>
<p:tagLst xmlns:p="http://schemas.openxmlformats.org/presentationml/2006/main">
  <p:tag name="KSO_WM_UNIT_TEXT" val="BACKGROUND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78.xml><?xml version="1.0" encoding="utf-8"?>
<p:tagLst xmlns:p="http://schemas.openxmlformats.org/presentationml/2006/main">
  <p:tag name="KSO_WM_SLIDE_TYPE" val="text"/>
  <p:tag name="KSO_WM_BEAUTIFY_FLAG" val="#wm#"/>
</p:tagLst>
</file>

<file path=ppt/tags/tag279.xml><?xml version="1.0" encoding="utf-8"?>
<p:tagLst xmlns:p="http://schemas.openxmlformats.org/presentationml/2006/main">
  <p:tag name="KSO_WM_UNIT_INDEX" val="4"/>
  <p:tag name="KSO_WM_UNIT_TYPE" val="f"/>
  <p:tag name="KSO_WM_UNIT_SUBTYPE" val="a"/>
  <p:tag name="KSO_WM_BEAUTIFY_FLAG" val="#wm#"/>
</p:tagLst>
</file>

<file path=ppt/tags/tag280.xml><?xml version="1.0" encoding="utf-8"?>
<p:tagLst xmlns:p="http://schemas.openxmlformats.org/presentationml/2006/main">
  <p:tag name="KSO_WM_UNIT_TEXT" val="BACKGROUND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81.xml><?xml version="1.0" encoding="utf-8"?>
<p:tagLst xmlns:p="http://schemas.openxmlformats.org/presentationml/2006/main">
  <p:tag name="KSO_WM_SLIDE_TYPE" val="text"/>
  <p:tag name="KSO_WM_BEAUTIFY_FLAG" val="#wm#"/>
</p:tagLst>
</file>

<file path=ppt/tags/tag282.xml><?xml version="1.0" encoding="utf-8"?>
<p:tagLst xmlns:p="http://schemas.openxmlformats.org/presentationml/2006/main">
  <p:tag name="KSO_WM_UNIT_INDEX" val="5"/>
  <p:tag name="KSO_WM_UNIT_TYPE" val="f"/>
  <p:tag name="KSO_WM_UNIT_SUBTYPE" val="a"/>
  <p:tag name="KSO_WM_BEAUTIFY_FLAG" val="#wm#"/>
</p:tagLst>
</file>

<file path=ppt/tags/tag283.xml><?xml version="1.0" encoding="utf-8"?>
<p:tagLst xmlns:p="http://schemas.openxmlformats.org/presentationml/2006/main">
  <p:tag name="KSO_WM_UNIT_TEXT" val="SPECIFICATION &amp; DESIGN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84.xml><?xml version="1.0" encoding="utf-8"?>
<p:tagLst xmlns:p="http://schemas.openxmlformats.org/presentationml/2006/main">
  <p:tag name="KSO_WM_SLIDE_TYPE" val="text"/>
  <p:tag name="KSO_WM_BEAUTIFY_FLAG" val="#wm#"/>
</p:tagLst>
</file>

<file path=ppt/tags/tag285.xml><?xml version="1.0" encoding="utf-8"?>
<p:tagLst xmlns:p="http://schemas.openxmlformats.org/presentationml/2006/main">
  <p:tag name="KSO_WM_UNIT_INDEX" val="4"/>
  <p:tag name="KSO_WM_UNIT_TYPE" val="f"/>
  <p:tag name="KSO_WM_UNIT_SUBTYPE" val="a"/>
  <p:tag name="KSO_WM_BEAUTIFY_FLAG" val="#wm#"/>
</p:tagLst>
</file>

<file path=ppt/tags/tag286.xml><?xml version="1.0" encoding="utf-8"?>
<p:tagLst xmlns:p="http://schemas.openxmlformats.org/presentationml/2006/main">
  <p:tag name="KSO_WM_UNIT_TEXT" val="TESTING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87.xml><?xml version="1.0" encoding="utf-8"?>
<p:tagLst xmlns:p="http://schemas.openxmlformats.org/presentationml/2006/main">
  <p:tag name="KSO_WM_SLIDE_TYPE" val="text"/>
  <p:tag name="KSO_WM_BEAUTIFY_FLAG" val="#wm#"/>
</p:tagLst>
</file>

<file path=ppt/tags/tag288.xml><?xml version="1.0" encoding="utf-8"?>
<p:tagLst xmlns:p="http://schemas.openxmlformats.org/presentationml/2006/main">
  <p:tag name="KSO_WM_UNIT_INDEX" val="2"/>
  <p:tag name="KSO_WM_UNIT_TYPE" val="f"/>
  <p:tag name="KSO_WM_UNIT_SUBTYPE" val="a"/>
  <p:tag name="KSO_WM_BEAUTIFY_FLAG" val="#wm#"/>
</p:tagLst>
</file>

<file path=ppt/tags/tag289.xml><?xml version="1.0" encoding="utf-8"?>
<p:tagLst xmlns:p="http://schemas.openxmlformats.org/presentationml/2006/main">
  <p:tag name="KSO_WM_UNIT_TEXT" val="RESULTS &amp; CONCLUSION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90.xml><?xml version="1.0" encoding="utf-8"?>
<p:tagLst xmlns:p="http://schemas.openxmlformats.org/presentationml/2006/main">
  <p:tag name="KSO_WM_SLIDE_TYPE" val="text"/>
  <p:tag name="KSO_WM_BEAUTIFY_FLAG" val="#wm#"/>
</p:tagLst>
</file>

<file path=ppt/tags/tag291.xml><?xml version="1.0" encoding="utf-8"?>
<p:tagLst xmlns:p="http://schemas.openxmlformats.org/presentationml/2006/main">
  <p:tag name="KSO_WM_UNIT_INDEX" val="2"/>
  <p:tag name="KSO_WM_UNIT_TYPE" val="f"/>
  <p:tag name="KSO_WM_UNIT_SUBTYPE" val="a"/>
  <p:tag name="KSO_WM_BEAUTIFY_FLAG" val="#wm#"/>
</p:tagLst>
</file>

<file path=ppt/tags/tag292.xml><?xml version="1.0" encoding="utf-8"?>
<p:tagLst xmlns:p="http://schemas.openxmlformats.org/presentationml/2006/main">
  <p:tag name="KSO_WM_UNIT_TEXT" val="RESULTS &amp; CONCLUSION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93.xml><?xml version="1.0" encoding="utf-8"?>
<p:tagLst xmlns:p="http://schemas.openxmlformats.org/presentationml/2006/main">
  <p:tag name="KSO_WM_SLIDE_TYPE" val="text"/>
  <p:tag name="KSO_WM_BEAUTIFY_FLAG" val="#wm#"/>
</p:tagLst>
</file>

<file path=ppt/tags/tag294.xml><?xml version="1.0" encoding="utf-8"?>
<p:tagLst xmlns:p="http://schemas.openxmlformats.org/presentationml/2006/main">
  <p:tag name="KSO_WM_UNIT_INDEX" val="2"/>
  <p:tag name="KSO_WM_UNIT_TYPE" val="f"/>
  <p:tag name="KSO_WM_UNIT_SUBTYPE" val="a"/>
  <p:tag name="KSO_WM_BEAUTIFY_FLAG" val="#wm#"/>
</p:tagLst>
</file>

<file path=ppt/tags/tag295.xml><?xml version="1.0" encoding="utf-8"?>
<p:tagLst xmlns:p="http://schemas.openxmlformats.org/presentationml/2006/main">
  <p:tag name="KSO_WM_UNIT_TEXT" val="REFERENCES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96.xml><?xml version="1.0" encoding="utf-8"?>
<p:tagLst xmlns:p="http://schemas.openxmlformats.org/presentationml/2006/main">
  <p:tag name="KSO_WM_SLIDE_TYPE" val="text"/>
  <p:tag name="KSO_WM_BEAUTIFY_FLAG" val="#wm#"/>
</p:tagLst>
</file>

<file path=ppt/tags/tag29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自定义 14">
      <a:dk1>
        <a:srgbClr val="000000"/>
      </a:dk1>
      <a:lt1>
        <a:srgbClr val="FFFFFF"/>
      </a:lt1>
      <a:dk2>
        <a:srgbClr val="000B26"/>
      </a:dk2>
      <a:lt2>
        <a:srgbClr val="FFFFFF"/>
      </a:lt2>
      <a:accent1>
        <a:srgbClr val="19A298"/>
      </a:accent1>
      <a:accent2>
        <a:srgbClr val="34CFC3"/>
      </a:accent2>
      <a:accent3>
        <a:srgbClr val="3FABF9"/>
      </a:accent3>
      <a:accent4>
        <a:srgbClr val="A67CFF"/>
      </a:accent4>
      <a:accent5>
        <a:srgbClr val="F84949"/>
      </a:accent5>
      <a:accent6>
        <a:srgbClr val="F66BB6"/>
      </a:accent6>
      <a:hlink>
        <a:srgbClr val="304FFE"/>
      </a:hlink>
      <a:folHlink>
        <a:srgbClr val="492067"/>
      </a:folHlink>
    </a:clrScheme>
    <a:fontScheme name="字体-简约">
      <a:majorFont>
        <a:latin typeface="Manrope ExtraBold"/>
        <a:ea typeface="Manrope ExtraBold"/>
        <a:cs typeface=""/>
      </a:majorFont>
      <a:minorFont>
        <a:latin typeface="Lato"/>
        <a:ea typeface="Lat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1344</Words>
  <Application>WPS Presentation</Application>
  <PresentationFormat>Widescreen</PresentationFormat>
  <Paragraphs>127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7" baseType="lpstr">
      <vt:lpstr>Arial</vt:lpstr>
      <vt:lpstr>SimSun</vt:lpstr>
      <vt:lpstr>Wingdings</vt:lpstr>
      <vt:lpstr>Times New Roman</vt:lpstr>
      <vt:lpstr>Lato</vt:lpstr>
      <vt:lpstr>Segoe Print</vt:lpstr>
      <vt:lpstr>Microsoft YaHei</vt:lpstr>
      <vt:lpstr>Arial Unicode MS</vt:lpstr>
      <vt:lpstr>Calibri</vt:lpstr>
      <vt:lpstr>Calibri Light</vt:lpstr>
      <vt:lpstr>Manrope ExtraBold</vt:lpstr>
      <vt:lpstr>Custom Design</vt:lpstr>
      <vt:lpstr>Office Theme</vt:lpstr>
      <vt:lpstr>PowerPoint 演示文稿</vt:lpstr>
      <vt:lpstr>Contents</vt:lpstr>
      <vt:lpstr>INTRODUCTION</vt:lpstr>
      <vt:lpstr>BACKGROUND</vt:lpstr>
      <vt:lpstr>SPECIFICATION &amp; DESIGN</vt:lpstr>
      <vt:lpstr>DATA COLLECTION &amp; PREPROCESSING </vt:lpstr>
      <vt:lpstr>FEATURE ENGINEERING AND SELECTION</vt:lpstr>
      <vt:lpstr>MODEL SELECTION  TRAININNG AND TESTING</vt:lpstr>
      <vt:lpstr>MODEL DEPLOYMENT AND INTEGRATION</vt:lpstr>
      <vt:lpstr>RESULTS &amp; CONCLUSION</vt:lpstr>
      <vt:lpstr>FUTURE WORKS &amp; RECOMMENDATION</vt:lpstr>
      <vt:lpstr>FUTURE WORKS &amp; RECOMMENDATION</vt:lpstr>
      <vt:lpstr>DEMONSTRATION</vt:lpstr>
      <vt:lpstr>Thank You!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Sudath Weerasinghe</cp:lastModifiedBy>
  <cp:revision>23</cp:revision>
  <dcterms:created xsi:type="dcterms:W3CDTF">2024-08-07T02:54:00Z</dcterms:created>
  <dcterms:modified xsi:type="dcterms:W3CDTF">2026-09-28T04:17:40Z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BC3C4A791483458CA47B72D3B208069F_13</vt:lpwstr>
  </property>
</Properties>
</file>